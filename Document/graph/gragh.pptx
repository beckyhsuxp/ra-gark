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"/>
  </p:notes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1F3F2"/>
    <a:srgbClr val="EAEBF8"/>
    <a:srgbClr val="D2EFEB"/>
    <a:srgbClr val="D7F3EC"/>
    <a:srgbClr val="D7DCF8"/>
    <a:srgbClr val="FBDDDA"/>
    <a:srgbClr val="FBCAC9"/>
    <a:srgbClr val="F8808B"/>
    <a:srgbClr val="E0F3F1"/>
    <a:srgbClr val="D5DAF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無樣式、無格線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無樣式、表格格線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436"/>
    <p:restoredTop sz="95517"/>
  </p:normalViewPr>
  <p:slideViewPr>
    <p:cSldViewPr snapToGrid="0">
      <p:cViewPr>
        <p:scale>
          <a:sx n="120" d="100"/>
          <a:sy n="120" d="100"/>
        </p:scale>
        <p:origin x="480" y="48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795A23F-80FA-944B-B64A-12301C8BEC59}" type="datetimeFigureOut">
              <a:rPr kumimoji="1" lang="zh-TW" altLang="en-US" smtClean="0"/>
              <a:t>2026/5/23</a:t>
            </a:fld>
            <a:endParaRPr kumimoji="1"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42AAF2-8E63-D844-8730-3621242CB7CB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9439480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242AAF2-8E63-D844-8730-3621242CB7CB}" type="slidenum">
              <a:rPr kumimoji="1" lang="zh-TW" altLang="en-US" smtClean="0"/>
              <a:t>1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47009095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242AAF2-8E63-D844-8730-3621242CB7CB}" type="slidenum">
              <a:rPr kumimoji="1" lang="zh-TW" altLang="en-US" smtClean="0"/>
              <a:t>2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39507187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8391C17-B020-4CD7-298D-D399944F35F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D9B231F3-5A44-0A37-E797-B26AD298E6B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2BE1BDE1-F05F-57CC-0AAC-943B286B54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B6C9B6-C88C-E641-8D49-71A2BB1D34B4}" type="datetimeFigureOut">
              <a:rPr kumimoji="1" lang="zh-TW" altLang="en-US" smtClean="0"/>
              <a:t>2026/5/23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056386D8-D63E-5DAA-50CF-F9171D3B75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231CBD38-835C-99CB-8C87-6185CD4DEA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B81F46-3297-B947-875A-F3D72F417F54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7337526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75203DB-133C-C125-B710-2473B8550A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56727EF-3583-1FCA-6B6A-FD784AAA58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5B8C1EBD-0511-D65B-6D05-EB6A47C99F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B6C9B6-C88C-E641-8D49-71A2BB1D34B4}" type="datetimeFigureOut">
              <a:rPr kumimoji="1" lang="zh-TW" altLang="en-US" smtClean="0"/>
              <a:t>2026/5/23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59D1CBA0-1D09-4F33-B7A2-377227DA7F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F437C70B-DE31-B51A-AB33-2CC7D87890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B81F46-3297-B947-875A-F3D72F417F54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8318095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B87A8FA-4EEC-59D2-5A25-5665B95A27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6202D57E-234F-C7A3-9C42-7FA1C4CF324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CC985DA7-9811-EEF4-3A59-49634F24D0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B6C9B6-C88C-E641-8D49-71A2BB1D34B4}" type="datetimeFigureOut">
              <a:rPr kumimoji="1" lang="zh-TW" altLang="en-US" smtClean="0"/>
              <a:t>2026/5/23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46C5CE41-8825-D619-844A-A005132FE8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04665A83-D102-EF73-109C-07918588B9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B81F46-3297-B947-875A-F3D72F417F54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42324763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B91983F-AC79-3022-D184-B1987A731A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C4BF5996-61D1-4A15-C44F-8A78CE8E4CC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D9F9FF7D-CBC4-7271-8B0D-51142AB4CC4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5329F57B-14D6-6107-14C5-BA41761E9F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B6C9B6-C88C-E641-8D49-71A2BB1D34B4}" type="datetimeFigureOut">
              <a:rPr kumimoji="1" lang="zh-TW" altLang="en-US" smtClean="0"/>
              <a:t>2026/5/23</a:t>
            </a:fld>
            <a:endParaRPr kumimoji="1"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4B90D165-5B6A-F258-21EF-CC9E2FD70D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4F435919-C30B-4FAF-82CD-6AB8C48673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B81F46-3297-B947-875A-F3D72F417F54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7265438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6780EDF-B4FD-D7C9-C79F-4BC5F90CC4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79641586-0136-6C26-1AD0-0D19BEE16F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ADE68842-A991-2F9D-33AC-7CF198F546C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3BB5E7B7-A4DB-DFEC-5A9D-2DF6C726881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6E051FBC-9649-1815-4736-649B8FECA15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42DBDAAF-5610-A886-3524-CDE4D532FD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B6C9B6-C88C-E641-8D49-71A2BB1D34B4}" type="datetimeFigureOut">
              <a:rPr kumimoji="1" lang="zh-TW" altLang="en-US" smtClean="0"/>
              <a:t>2026/5/23</a:t>
            </a:fld>
            <a:endParaRPr kumimoji="1"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0AE7A69F-640C-24CF-852A-6914245306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C8722D62-9765-878B-CAFB-DDBE42C87F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B81F46-3297-B947-875A-F3D72F417F54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3259656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E2EAF3A-F275-AA8E-B399-3B60A5CAE6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7295C5F3-2AB4-3FBF-31E5-90AEFB9A80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B6C9B6-C88C-E641-8D49-71A2BB1D34B4}" type="datetimeFigureOut">
              <a:rPr kumimoji="1" lang="zh-TW" altLang="en-US" smtClean="0"/>
              <a:t>2026/5/23</a:t>
            </a:fld>
            <a:endParaRPr kumimoji="1"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54A9EED1-73EE-8A74-CB3D-27B7D51DE9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3FFD872D-FA49-05D0-8A7C-E5A5848C75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B81F46-3297-B947-875A-F3D72F417F54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4178528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A4E3DA2E-462D-0682-6EF8-A751D18344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B6C9B6-C88C-E641-8D49-71A2BB1D34B4}" type="datetimeFigureOut">
              <a:rPr kumimoji="1" lang="zh-TW" altLang="en-US" smtClean="0"/>
              <a:t>2026/5/23</a:t>
            </a:fld>
            <a:endParaRPr kumimoji="1"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1D6C1EDD-E4EB-6F6D-DA30-05B10EBEAA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8739590-20A0-E414-A81F-8F08595F77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B81F46-3297-B947-875A-F3D72F417F54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00853605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582E0B0-836A-B4F8-B58D-AE87C1C6E9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9ACF688-D66B-3DF9-56A8-67B88BAD37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241D4577-179D-BCF7-7956-19F494EBD1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9A86BD6F-597E-E8DE-DEB2-91C850EA00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B6C9B6-C88C-E641-8D49-71A2BB1D34B4}" type="datetimeFigureOut">
              <a:rPr kumimoji="1" lang="zh-TW" altLang="en-US" smtClean="0"/>
              <a:t>2026/5/23</a:t>
            </a:fld>
            <a:endParaRPr kumimoji="1"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F8322631-C171-A8D8-DD22-FD071E1E5F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40775B9F-D082-6373-4360-76BFA580AA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B81F46-3297-B947-875A-F3D72F417F54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3604645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325DA14-8D6C-A46E-C1EA-2634DE7157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AD70D346-DF0A-BD1B-4E68-8424B6F169B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F14D0DDA-C623-2317-4174-DBC5F06C2E7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577805E5-7902-FE4A-F3A4-3B124196AA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B6C9B6-C88C-E641-8D49-71A2BB1D34B4}" type="datetimeFigureOut">
              <a:rPr kumimoji="1" lang="zh-TW" altLang="en-US" smtClean="0"/>
              <a:t>2026/5/23</a:t>
            </a:fld>
            <a:endParaRPr kumimoji="1"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DC1AA0A6-9F04-5BE8-2AEA-C906DC54E1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C8A5A964-24C3-51DB-1995-3380C2DC7C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B81F46-3297-B947-875A-F3D72F417F54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80450439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660E403-399E-3CB1-9B65-43E558D987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A10355A6-66F3-26B3-B3C4-31B1B4EE9FB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F8BA5C86-DE88-5596-B653-33EB4DDE23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B6C9B6-C88C-E641-8D49-71A2BB1D34B4}" type="datetimeFigureOut">
              <a:rPr kumimoji="1" lang="zh-TW" altLang="en-US" smtClean="0"/>
              <a:t>2026/5/23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C17B78FE-3CA8-40EE-B2C1-4B7E407E2E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8C00A960-F2F2-2FDD-FB3B-621C63889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B81F46-3297-B947-875A-F3D72F417F54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4573457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159D3CB0-E9FC-6DE7-A66A-AF87924B6AB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DE6908D6-B571-618A-5BF7-A6D7223C12B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1FA8658A-BBD9-8084-A2D6-348027A177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B6C9B6-C88C-E641-8D49-71A2BB1D34B4}" type="datetimeFigureOut">
              <a:rPr kumimoji="1" lang="zh-TW" altLang="en-US" smtClean="0"/>
              <a:t>2026/5/23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BA7226B0-03D5-9939-6920-F67F08C71A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4D88A122-FE26-A7A1-01A4-91843F3CFB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B81F46-3297-B947-875A-F3D72F417F54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1731316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FC7C7E5C-8089-26D9-9973-5367F7D497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4946C932-B1FA-F6F1-A91B-0EA20D27D47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B52FE51F-DF5E-7EF9-F216-04AC8B5B580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EB6C9B6-C88C-E641-8D49-71A2BB1D34B4}" type="datetimeFigureOut">
              <a:rPr kumimoji="1" lang="zh-TW" altLang="en-US" smtClean="0"/>
              <a:t>2026/5/23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D6642B56-3003-AF5B-6025-F2D55AF58CD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F26DE68B-2FA3-A3B4-F383-FAA8726C69D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BB81F46-3297-B947-875A-F3D72F417F54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9602275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18" Type="http://schemas.openxmlformats.org/officeDocument/2006/relationships/image" Target="../media/image16.png"/><Relationship Id="rId3" Type="http://schemas.openxmlformats.org/officeDocument/2006/relationships/image" Target="../media/image1.png"/><Relationship Id="rId21" Type="http://schemas.openxmlformats.org/officeDocument/2006/relationships/image" Target="../media/image19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17" Type="http://schemas.openxmlformats.org/officeDocument/2006/relationships/image" Target="../media/image15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4.png"/><Relationship Id="rId20" Type="http://schemas.openxmlformats.org/officeDocument/2006/relationships/image" Target="../media/image1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5" Type="http://schemas.openxmlformats.org/officeDocument/2006/relationships/image" Target="../media/image13.png"/><Relationship Id="rId10" Type="http://schemas.openxmlformats.org/officeDocument/2006/relationships/image" Target="../media/image8.png"/><Relationship Id="rId19" Type="http://schemas.openxmlformats.org/officeDocument/2006/relationships/image" Target="../media/image17.png"/><Relationship Id="rId4" Type="http://schemas.openxmlformats.org/officeDocument/2006/relationships/image" Target="../media/image2.png"/><Relationship Id="rId9" Type="http://schemas.openxmlformats.org/officeDocument/2006/relationships/image" Target="../media/image7.png"/><Relationship Id="rId14" Type="http://schemas.openxmlformats.org/officeDocument/2006/relationships/image" Target="../media/image12.png"/><Relationship Id="rId22" Type="http://schemas.openxmlformats.org/officeDocument/2006/relationships/image" Target="../media/image20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13" Type="http://schemas.openxmlformats.org/officeDocument/2006/relationships/image" Target="../media/image31.png"/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12" Type="http://schemas.openxmlformats.org/officeDocument/2006/relationships/image" Target="../media/image3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11" Type="http://schemas.openxmlformats.org/officeDocument/2006/relationships/image" Target="../media/image29.png"/><Relationship Id="rId5" Type="http://schemas.openxmlformats.org/officeDocument/2006/relationships/image" Target="../media/image23.png"/><Relationship Id="rId10" Type="http://schemas.openxmlformats.org/officeDocument/2006/relationships/image" Target="../media/image28.png"/><Relationship Id="rId4" Type="http://schemas.openxmlformats.org/officeDocument/2006/relationships/image" Target="../media/image22.png"/><Relationship Id="rId9" Type="http://schemas.openxmlformats.org/officeDocument/2006/relationships/image" Target="../media/image27.png"/><Relationship Id="rId14" Type="http://schemas.openxmlformats.org/officeDocument/2006/relationships/image" Target="../media/image32.png"/></Relationships>
</file>

<file path=ppt/slides/_rels/slide3.xml.rels><?xml version="1.0" encoding="UTF-8" standalone="yes"?>
<Relationships xmlns="http://schemas.openxmlformats.org/package/2006/relationships"><Relationship Id="rId26" Type="http://schemas.openxmlformats.org/officeDocument/2006/relationships/image" Target="../media/image39.png"/><Relationship Id="rId3" Type="http://schemas.openxmlformats.org/officeDocument/2006/relationships/image" Target="../media/image1.png"/><Relationship Id="rId21" Type="http://schemas.openxmlformats.org/officeDocument/2006/relationships/image" Target="../media/image34.png"/><Relationship Id="rId25" Type="http://schemas.openxmlformats.org/officeDocument/2006/relationships/image" Target="../media/image38.png"/><Relationship Id="rId20" Type="http://schemas.openxmlformats.org/officeDocument/2006/relationships/image" Target="../media/image33.png"/><Relationship Id="rId1" Type="http://schemas.openxmlformats.org/officeDocument/2006/relationships/slideLayout" Target="../slideLayouts/slideLayout2.xml"/><Relationship Id="rId24" Type="http://schemas.openxmlformats.org/officeDocument/2006/relationships/image" Target="../media/image37.png"/><Relationship Id="rId23" Type="http://schemas.openxmlformats.org/officeDocument/2006/relationships/image" Target="../media/image36.png"/><Relationship Id="rId19" Type="http://schemas.openxmlformats.org/officeDocument/2006/relationships/image" Target="../media/image17.png"/><Relationship Id="rId22" Type="http://schemas.openxmlformats.org/officeDocument/2006/relationships/image" Target="../media/image35.png"/><Relationship Id="rId27" Type="http://schemas.openxmlformats.org/officeDocument/2006/relationships/image" Target="../media/image1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5" name="群組 384">
            <a:extLst>
              <a:ext uri="{FF2B5EF4-FFF2-40B4-BE49-F238E27FC236}">
                <a16:creationId xmlns:a16="http://schemas.microsoft.com/office/drawing/2014/main" id="{ADFBD5F3-B04C-DBB8-EB94-2C342A23E7AD}"/>
              </a:ext>
            </a:extLst>
          </p:cNvPr>
          <p:cNvGrpSpPr/>
          <p:nvPr/>
        </p:nvGrpSpPr>
        <p:grpSpPr>
          <a:xfrm>
            <a:off x="6528488" y="1005118"/>
            <a:ext cx="1390526" cy="3322548"/>
            <a:chOff x="6528488" y="1020590"/>
            <a:chExt cx="1390526" cy="3228283"/>
          </a:xfrm>
        </p:grpSpPr>
        <p:sp>
          <p:nvSpPr>
            <p:cNvPr id="383" name="圓角矩形 382">
              <a:extLst>
                <a:ext uri="{FF2B5EF4-FFF2-40B4-BE49-F238E27FC236}">
                  <a16:creationId xmlns:a16="http://schemas.microsoft.com/office/drawing/2014/main" id="{C35B9AAF-C759-0CBE-D6FA-781E6394C520}"/>
                </a:ext>
              </a:extLst>
            </p:cNvPr>
            <p:cNvSpPr/>
            <p:nvPr/>
          </p:nvSpPr>
          <p:spPr>
            <a:xfrm>
              <a:off x="6528488" y="1020590"/>
              <a:ext cx="1390526" cy="3228283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accent2">
                  <a:lumMod val="40000"/>
                  <a:lumOff val="60000"/>
                </a:schemeClr>
              </a:solidFill>
              <a:prstDash val="dash"/>
            </a:ln>
          </p:spPr>
          <p:style>
            <a:lnRef idx="2">
              <a:schemeClr val="accent3"/>
            </a:lnRef>
            <a:fillRef idx="1">
              <a:schemeClr val="lt1"/>
            </a:fillRef>
            <a:effectRef idx="0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384" name="文字方塊 383">
              <a:extLst>
                <a:ext uri="{FF2B5EF4-FFF2-40B4-BE49-F238E27FC236}">
                  <a16:creationId xmlns:a16="http://schemas.microsoft.com/office/drawing/2014/main" id="{11137AA9-5977-4471-F427-6F34826FDAD9}"/>
                </a:ext>
              </a:extLst>
            </p:cNvPr>
            <p:cNvSpPr txBox="1"/>
            <p:nvPr/>
          </p:nvSpPr>
          <p:spPr>
            <a:xfrm>
              <a:off x="6805876" y="1056016"/>
              <a:ext cx="873442" cy="2923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zh-TW" sz="1300" dirty="0">
                  <a:cs typeface="Times New Roman" panose="02020603050405020304" pitchFamily="18" charset="0"/>
                </a:rPr>
                <a:t>Fusion</a:t>
              </a:r>
              <a:endParaRPr kumimoji="1" lang="zh-TW" altLang="en-US" sz="1300">
                <a:cs typeface="Times New Roman" panose="02020603050405020304" pitchFamily="18" charset="0"/>
              </a:endParaRPr>
            </a:p>
          </p:txBody>
        </p:sp>
      </p:grpSp>
      <p:sp>
        <p:nvSpPr>
          <p:cNvPr id="4" name="文字方塊 3">
            <a:extLst>
              <a:ext uri="{FF2B5EF4-FFF2-40B4-BE49-F238E27FC236}">
                <a16:creationId xmlns:a16="http://schemas.microsoft.com/office/drawing/2014/main" id="{8E42FF91-2692-794A-EB93-60BDEA6351B0}"/>
              </a:ext>
            </a:extLst>
          </p:cNvPr>
          <p:cNvSpPr txBox="1"/>
          <p:nvPr/>
        </p:nvSpPr>
        <p:spPr>
          <a:xfrm>
            <a:off x="221076" y="661309"/>
            <a:ext cx="105823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400" dirty="0">
                <a:cs typeface="Times New Roman" panose="02020603050405020304" pitchFamily="18" charset="0"/>
              </a:rPr>
              <a:t>Local View </a:t>
            </a:r>
            <a:endParaRPr kumimoji="1" lang="zh-TW" altLang="en-US" sz="1400">
              <a:cs typeface="Times New Roman" panose="02020603050405020304" pitchFamily="18" charset="0"/>
            </a:endParaRP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15F3B863-84DE-4824-5C30-037516882654}"/>
              </a:ext>
            </a:extLst>
          </p:cNvPr>
          <p:cNvSpPr txBox="1"/>
          <p:nvPr/>
        </p:nvSpPr>
        <p:spPr>
          <a:xfrm>
            <a:off x="214006" y="2875389"/>
            <a:ext cx="143261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400" dirty="0">
                <a:cs typeface="Times New Roman" panose="02020603050405020304" pitchFamily="18" charset="0"/>
              </a:rPr>
              <a:t>Global View </a:t>
            </a:r>
            <a:endParaRPr kumimoji="1" lang="zh-TW" altLang="en-US" sz="1400">
              <a:cs typeface="Times New Roman" panose="02020603050405020304" pitchFamily="18" charset="0"/>
            </a:endParaRPr>
          </a:p>
        </p:txBody>
      </p:sp>
      <p:cxnSp>
        <p:nvCxnSpPr>
          <p:cNvPr id="102" name="直線箭頭接點 101">
            <a:extLst>
              <a:ext uri="{FF2B5EF4-FFF2-40B4-BE49-F238E27FC236}">
                <a16:creationId xmlns:a16="http://schemas.microsoft.com/office/drawing/2014/main" id="{6C7EFC1E-49C9-98C2-5F3B-B4BDE571701D}"/>
              </a:ext>
            </a:extLst>
          </p:cNvPr>
          <p:cNvCxnSpPr>
            <a:cxnSpLocks/>
          </p:cNvCxnSpPr>
          <p:nvPr/>
        </p:nvCxnSpPr>
        <p:spPr>
          <a:xfrm>
            <a:off x="2860223" y="1930374"/>
            <a:ext cx="624180" cy="0"/>
          </a:xfrm>
          <a:prstGeom prst="straightConnector1">
            <a:avLst/>
          </a:prstGeom>
          <a:ln w="12700">
            <a:solidFill>
              <a:schemeClr val="bg2">
                <a:lumMod val="75000"/>
              </a:schemeClr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106" name="群組 105">
            <a:extLst>
              <a:ext uri="{FF2B5EF4-FFF2-40B4-BE49-F238E27FC236}">
                <a16:creationId xmlns:a16="http://schemas.microsoft.com/office/drawing/2014/main" id="{65C39B5C-FAC2-01F1-C8B5-2CAA6EED3CE9}"/>
              </a:ext>
            </a:extLst>
          </p:cNvPr>
          <p:cNvGrpSpPr/>
          <p:nvPr/>
        </p:nvGrpSpPr>
        <p:grpSpPr>
          <a:xfrm>
            <a:off x="3494784" y="1723840"/>
            <a:ext cx="1058238" cy="427725"/>
            <a:chOff x="3679949" y="1705986"/>
            <a:chExt cx="1058238" cy="427725"/>
          </a:xfrm>
        </p:grpSpPr>
        <p:sp>
          <p:nvSpPr>
            <p:cNvPr id="104" name="圓角矩形 103">
              <a:extLst>
                <a:ext uri="{FF2B5EF4-FFF2-40B4-BE49-F238E27FC236}">
                  <a16:creationId xmlns:a16="http://schemas.microsoft.com/office/drawing/2014/main" id="{241AAD5F-CE5F-3534-3911-741489ED46AB}"/>
                </a:ext>
              </a:extLst>
            </p:cNvPr>
            <p:cNvSpPr/>
            <p:nvPr/>
          </p:nvSpPr>
          <p:spPr>
            <a:xfrm>
              <a:off x="3789575" y="1705986"/>
              <a:ext cx="838985" cy="427725"/>
            </a:xfrm>
            <a:prstGeom prst="roundRect">
              <a:avLst/>
            </a:prstGeom>
            <a:ln w="12700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105" name="文字方塊 104">
              <a:extLst>
                <a:ext uri="{FF2B5EF4-FFF2-40B4-BE49-F238E27FC236}">
                  <a16:creationId xmlns:a16="http://schemas.microsoft.com/office/drawing/2014/main" id="{A8B1DA1F-3F1F-2271-1161-A322678C1F2B}"/>
                </a:ext>
              </a:extLst>
            </p:cNvPr>
            <p:cNvSpPr txBox="1"/>
            <p:nvPr/>
          </p:nvSpPr>
          <p:spPr>
            <a:xfrm>
              <a:off x="3679949" y="1781350"/>
              <a:ext cx="105823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zh-TW" sz="1200" dirty="0">
                  <a:cs typeface="Times New Roman" panose="02020603050405020304" pitchFamily="18" charset="0"/>
                </a:rPr>
                <a:t>LightGCN</a:t>
              </a:r>
              <a:endParaRPr kumimoji="1" lang="zh-TW" altLang="en-US" sz="1200" dirty="0">
                <a:cs typeface="Times New Roman" panose="02020603050405020304" pitchFamily="18" charset="0"/>
              </a:endParaRPr>
            </a:p>
          </p:txBody>
        </p:sp>
      </p:grpSp>
      <p:cxnSp>
        <p:nvCxnSpPr>
          <p:cNvPr id="115" name="直線箭頭接點 114">
            <a:extLst>
              <a:ext uri="{FF2B5EF4-FFF2-40B4-BE49-F238E27FC236}">
                <a16:creationId xmlns:a16="http://schemas.microsoft.com/office/drawing/2014/main" id="{4CBF76CB-1FC1-3ADE-FDA6-9FD7C7E8E4EF}"/>
              </a:ext>
            </a:extLst>
          </p:cNvPr>
          <p:cNvCxnSpPr>
            <a:cxnSpLocks/>
          </p:cNvCxnSpPr>
          <p:nvPr/>
        </p:nvCxnSpPr>
        <p:spPr>
          <a:xfrm>
            <a:off x="4443395" y="1919850"/>
            <a:ext cx="624180" cy="0"/>
          </a:xfrm>
          <a:prstGeom prst="straightConnector1">
            <a:avLst/>
          </a:prstGeom>
          <a:ln w="12700">
            <a:solidFill>
              <a:schemeClr val="bg2">
                <a:lumMod val="75000"/>
              </a:schemeClr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2" name="直線箭頭接點 121">
            <a:extLst>
              <a:ext uri="{FF2B5EF4-FFF2-40B4-BE49-F238E27FC236}">
                <a16:creationId xmlns:a16="http://schemas.microsoft.com/office/drawing/2014/main" id="{F918111E-6AB8-6D61-0E5C-5008A817E0C5}"/>
              </a:ext>
            </a:extLst>
          </p:cNvPr>
          <p:cNvCxnSpPr>
            <a:cxnSpLocks/>
          </p:cNvCxnSpPr>
          <p:nvPr/>
        </p:nvCxnSpPr>
        <p:spPr>
          <a:xfrm flipH="1" flipV="1">
            <a:off x="2159382" y="5027748"/>
            <a:ext cx="303939" cy="90432"/>
          </a:xfrm>
          <a:prstGeom prst="straightConnector1">
            <a:avLst/>
          </a:prstGeom>
          <a:ln w="12700">
            <a:solidFill>
              <a:schemeClr val="bg2">
                <a:lumMod val="75000"/>
              </a:schemeClr>
            </a:solidFill>
            <a:prstDash val="sys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5" name="文字方塊 124">
            <a:extLst>
              <a:ext uri="{FF2B5EF4-FFF2-40B4-BE49-F238E27FC236}">
                <a16:creationId xmlns:a16="http://schemas.microsoft.com/office/drawing/2014/main" id="{521AF7C7-443F-5226-1A03-420D40CA0233}"/>
              </a:ext>
            </a:extLst>
          </p:cNvPr>
          <p:cNvSpPr txBox="1"/>
          <p:nvPr/>
        </p:nvSpPr>
        <p:spPr>
          <a:xfrm>
            <a:off x="2466709" y="5016194"/>
            <a:ext cx="13052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TW" sz="1200" dirty="0">
                <a:cs typeface="Times New Roman" panose="02020603050405020304" pitchFamily="18" charset="0"/>
              </a:rPr>
              <a:t>KG-SVD </a:t>
            </a:r>
            <a:r>
              <a:rPr lang="en" altLang="zh-TW" sz="1200" b="0" i="0" dirty="0">
                <a:solidFill>
                  <a:srgbClr val="1F2328"/>
                </a:solidFill>
                <a:effectLst/>
                <a:latin typeface="Mona Sans VF"/>
              </a:rPr>
              <a:t>Init</a:t>
            </a:r>
            <a:endParaRPr kumimoji="1" lang="zh-TW" altLang="en-US" sz="1200" dirty="0">
              <a:cs typeface="Times New Roman" panose="02020603050405020304" pitchFamily="18" charset="0"/>
            </a:endParaRPr>
          </a:p>
        </p:txBody>
      </p:sp>
      <p:grpSp>
        <p:nvGrpSpPr>
          <p:cNvPr id="293" name="群組 292">
            <a:extLst>
              <a:ext uri="{FF2B5EF4-FFF2-40B4-BE49-F238E27FC236}">
                <a16:creationId xmlns:a16="http://schemas.microsoft.com/office/drawing/2014/main" id="{5906AE15-C0EC-CBA7-E0EE-1F9C45E90C2E}"/>
              </a:ext>
            </a:extLst>
          </p:cNvPr>
          <p:cNvGrpSpPr/>
          <p:nvPr/>
        </p:nvGrpSpPr>
        <p:grpSpPr>
          <a:xfrm>
            <a:off x="2707889" y="3938682"/>
            <a:ext cx="1854111" cy="508713"/>
            <a:chOff x="3540065" y="3812298"/>
            <a:chExt cx="1854111" cy="508713"/>
          </a:xfrm>
        </p:grpSpPr>
        <p:sp>
          <p:nvSpPr>
            <p:cNvPr id="292" name="圓角矩形 291">
              <a:extLst>
                <a:ext uri="{FF2B5EF4-FFF2-40B4-BE49-F238E27FC236}">
                  <a16:creationId xmlns:a16="http://schemas.microsoft.com/office/drawing/2014/main" id="{3E8A0AC2-CF17-E47B-4E77-F6A05588D8DD}"/>
                </a:ext>
              </a:extLst>
            </p:cNvPr>
            <p:cNvSpPr/>
            <p:nvPr/>
          </p:nvSpPr>
          <p:spPr>
            <a:xfrm>
              <a:off x="3715000" y="3812298"/>
              <a:ext cx="1479312" cy="508713"/>
            </a:xfrm>
            <a:prstGeom prst="roundRect">
              <a:avLst/>
            </a:prstGeom>
            <a:ln w="12700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133" name="文字方塊 132">
              <a:extLst>
                <a:ext uri="{FF2B5EF4-FFF2-40B4-BE49-F238E27FC236}">
                  <a16:creationId xmlns:a16="http://schemas.microsoft.com/office/drawing/2014/main" id="{64944383-E205-2039-F3C0-EDB717B846A9}"/>
                </a:ext>
              </a:extLst>
            </p:cNvPr>
            <p:cNvSpPr txBox="1"/>
            <p:nvPr/>
          </p:nvSpPr>
          <p:spPr>
            <a:xfrm>
              <a:off x="3540065" y="3851821"/>
              <a:ext cx="185411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zh-TW" sz="1200" dirty="0">
                  <a:cs typeface="Times New Roman" panose="02020603050405020304" pitchFamily="18" charset="0"/>
                </a:rPr>
                <a:t>Softmax Rationale Masking</a:t>
              </a:r>
            </a:p>
          </p:txBody>
        </p:sp>
      </p:grpSp>
      <p:grpSp>
        <p:nvGrpSpPr>
          <p:cNvPr id="155" name="群組 154">
            <a:extLst>
              <a:ext uri="{FF2B5EF4-FFF2-40B4-BE49-F238E27FC236}">
                <a16:creationId xmlns:a16="http://schemas.microsoft.com/office/drawing/2014/main" id="{5FA637B2-1E6B-6542-73FE-D43C56CAF3E1}"/>
              </a:ext>
            </a:extLst>
          </p:cNvPr>
          <p:cNvGrpSpPr/>
          <p:nvPr/>
        </p:nvGrpSpPr>
        <p:grpSpPr>
          <a:xfrm>
            <a:off x="5256204" y="1360766"/>
            <a:ext cx="720000" cy="454914"/>
            <a:chOff x="5319042" y="1395447"/>
            <a:chExt cx="720000" cy="454914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9" name="文字方塊 118">
                  <a:extLst>
                    <a:ext uri="{FF2B5EF4-FFF2-40B4-BE49-F238E27FC236}">
                      <a16:creationId xmlns:a16="http://schemas.microsoft.com/office/drawing/2014/main" id="{D54A2831-A259-D8F8-56F6-F8D100C4E718}"/>
                    </a:ext>
                  </a:extLst>
                </p:cNvPr>
                <p:cNvSpPr txBox="1"/>
                <p:nvPr/>
              </p:nvSpPr>
              <p:spPr>
                <a:xfrm>
                  <a:off x="5319042" y="1395447"/>
                  <a:ext cx="343427" cy="215444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zh-TW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zh-TW" sz="1400" b="0" i="1" smtClean="0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kumimoji="1" lang="en-US" altLang="zh-TW" sz="1400" b="0" i="1" smtClean="0">
                                <a:latin typeface="Cambria Math" panose="02040503050406030204" pitchFamily="18" charset="0"/>
                              </a:rPr>
                              <m:t>𝑙𝑜𝑐</m:t>
                            </m:r>
                          </m:sub>
                        </m:sSub>
                      </m:oMath>
                    </m:oMathPara>
                  </a14:m>
                  <a:endParaRPr kumimoji="1" lang="en-US" altLang="zh-TW" b="0" dirty="0"/>
                </a:p>
              </p:txBody>
            </p:sp>
          </mc:Choice>
          <mc:Fallback xmlns="">
            <p:sp>
              <p:nvSpPr>
                <p:cNvPr id="119" name="文字方塊 118">
                  <a:extLst>
                    <a:ext uri="{FF2B5EF4-FFF2-40B4-BE49-F238E27FC236}">
                      <a16:creationId xmlns:a16="http://schemas.microsoft.com/office/drawing/2014/main" id="{D54A2831-A259-D8F8-56F6-F8D100C4E71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19042" y="1395447"/>
                  <a:ext cx="343427" cy="215444"/>
                </a:xfrm>
                <a:prstGeom prst="rect">
                  <a:avLst/>
                </a:prstGeom>
                <a:blipFill>
                  <a:blip r:embed="rId3"/>
                  <a:stretch>
                    <a:fillRect l="-7143" r="-3571" b="-11111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153" name="群組 152">
              <a:extLst>
                <a:ext uri="{FF2B5EF4-FFF2-40B4-BE49-F238E27FC236}">
                  <a16:creationId xmlns:a16="http://schemas.microsoft.com/office/drawing/2014/main" id="{D6F4C132-C507-AF89-F36D-2803EF1EA414}"/>
                </a:ext>
              </a:extLst>
            </p:cNvPr>
            <p:cNvGrpSpPr/>
            <p:nvPr/>
          </p:nvGrpSpPr>
          <p:grpSpPr>
            <a:xfrm>
              <a:off x="5319042" y="1670567"/>
              <a:ext cx="720000" cy="179794"/>
              <a:chOff x="5319042" y="1670567"/>
              <a:chExt cx="720000" cy="179794"/>
            </a:xfrm>
            <a:solidFill>
              <a:schemeClr val="accent5">
                <a:lumMod val="20000"/>
                <a:lumOff val="80000"/>
              </a:schemeClr>
            </a:solidFill>
          </p:grpSpPr>
          <p:sp>
            <p:nvSpPr>
              <p:cNvPr id="141" name="矩形 140">
                <a:extLst>
                  <a:ext uri="{FF2B5EF4-FFF2-40B4-BE49-F238E27FC236}">
                    <a16:creationId xmlns:a16="http://schemas.microsoft.com/office/drawing/2014/main" id="{C63BEFF9-92DB-EC44-5A62-96EA5834F032}"/>
                  </a:ext>
                </a:extLst>
              </p:cNvPr>
              <p:cNvSpPr/>
              <p:nvPr/>
            </p:nvSpPr>
            <p:spPr>
              <a:xfrm>
                <a:off x="5319042" y="1670567"/>
                <a:ext cx="720000" cy="179794"/>
              </a:xfrm>
              <a:prstGeom prst="rect">
                <a:avLst/>
              </a:prstGeom>
              <a:solidFill>
                <a:srgbClr val="E9EBF8"/>
              </a:solidFill>
              <a:ln w="12700"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kumimoji="1" lang="zh-TW" altLang="en-US"/>
              </a:p>
            </p:txBody>
          </p:sp>
          <p:cxnSp>
            <p:nvCxnSpPr>
              <p:cNvPr id="145" name="直線接點 144">
                <a:extLst>
                  <a:ext uri="{FF2B5EF4-FFF2-40B4-BE49-F238E27FC236}">
                    <a16:creationId xmlns:a16="http://schemas.microsoft.com/office/drawing/2014/main" id="{ADB168F2-C5DA-45F1-9B5C-29CD6C9CA2B1}"/>
                  </a:ext>
                </a:extLst>
              </p:cNvPr>
              <p:cNvCxnSpPr>
                <a:cxnSpLocks/>
                <a:stCxn id="141" idx="0"/>
                <a:endCxn id="141" idx="2"/>
              </p:cNvCxnSpPr>
              <p:nvPr/>
            </p:nvCxnSpPr>
            <p:spPr>
              <a:xfrm>
                <a:off x="5679042" y="1670567"/>
                <a:ext cx="0" cy="179794"/>
              </a:xfrm>
              <a:prstGeom prst="line">
                <a:avLst/>
              </a:prstGeom>
              <a:grpFill/>
              <a:ln w="12700">
                <a:solidFill>
                  <a:schemeClr val="bg2">
                    <a:lumMod val="75000"/>
                  </a:schemeClr>
                </a:solidFill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1" name="直線接點 150">
                <a:extLst>
                  <a:ext uri="{FF2B5EF4-FFF2-40B4-BE49-F238E27FC236}">
                    <a16:creationId xmlns:a16="http://schemas.microsoft.com/office/drawing/2014/main" id="{52A70E14-FF30-8942-2177-97214F4731F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859795" y="1670567"/>
                <a:ext cx="0" cy="179794"/>
              </a:xfrm>
              <a:prstGeom prst="line">
                <a:avLst/>
              </a:prstGeom>
              <a:grpFill/>
              <a:ln w="12700">
                <a:solidFill>
                  <a:schemeClr val="bg2">
                    <a:lumMod val="75000"/>
                  </a:schemeClr>
                </a:solidFill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2" name="直線接點 151">
                <a:extLst>
                  <a:ext uri="{FF2B5EF4-FFF2-40B4-BE49-F238E27FC236}">
                    <a16:creationId xmlns:a16="http://schemas.microsoft.com/office/drawing/2014/main" id="{9EE2172C-5000-3772-9B4A-B8D75E3651B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499349" y="1670567"/>
                <a:ext cx="0" cy="179794"/>
              </a:xfrm>
              <a:prstGeom prst="line">
                <a:avLst/>
              </a:prstGeom>
              <a:grpFill/>
              <a:ln w="12700">
                <a:solidFill>
                  <a:schemeClr val="bg2">
                    <a:lumMod val="75000"/>
                  </a:schemeClr>
                </a:solidFill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156" name="群組 155">
            <a:extLst>
              <a:ext uri="{FF2B5EF4-FFF2-40B4-BE49-F238E27FC236}">
                <a16:creationId xmlns:a16="http://schemas.microsoft.com/office/drawing/2014/main" id="{34F6EBC5-7853-457F-A198-4E7C733275E4}"/>
              </a:ext>
            </a:extLst>
          </p:cNvPr>
          <p:cNvGrpSpPr/>
          <p:nvPr/>
        </p:nvGrpSpPr>
        <p:grpSpPr>
          <a:xfrm>
            <a:off x="5250797" y="2079493"/>
            <a:ext cx="720001" cy="420072"/>
            <a:chOff x="5319041" y="1670567"/>
            <a:chExt cx="720001" cy="420072"/>
          </a:xfrm>
          <a:solidFill>
            <a:srgbClr val="E9EBF8"/>
          </a:solidFill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7" name="文字方塊 156">
                  <a:extLst>
                    <a:ext uri="{FF2B5EF4-FFF2-40B4-BE49-F238E27FC236}">
                      <a16:creationId xmlns:a16="http://schemas.microsoft.com/office/drawing/2014/main" id="{228E3FA7-FCDF-2CD8-AF7B-EF76F2E07613}"/>
                    </a:ext>
                  </a:extLst>
                </p:cNvPr>
                <p:cNvSpPr txBox="1"/>
                <p:nvPr/>
              </p:nvSpPr>
              <p:spPr>
                <a:xfrm>
                  <a:off x="5319041" y="1875195"/>
                  <a:ext cx="343427" cy="215444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zh-TW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zh-TW" sz="14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b>
                            <m:r>
                              <a:rPr kumimoji="1" lang="en-US" altLang="zh-TW" sz="1400" b="0" i="1" smtClean="0">
                                <a:latin typeface="Cambria Math" panose="02040503050406030204" pitchFamily="18" charset="0"/>
                              </a:rPr>
                              <m:t>𝑙𝑜𝑐</m:t>
                            </m:r>
                          </m:sub>
                        </m:sSub>
                      </m:oMath>
                    </m:oMathPara>
                  </a14:m>
                  <a:endParaRPr kumimoji="1" lang="en-US" altLang="zh-TW" b="0" dirty="0"/>
                </a:p>
              </p:txBody>
            </p:sp>
          </mc:Choice>
          <mc:Fallback xmlns="">
            <p:sp>
              <p:nvSpPr>
                <p:cNvPr id="157" name="文字方塊 156">
                  <a:extLst>
                    <a:ext uri="{FF2B5EF4-FFF2-40B4-BE49-F238E27FC236}">
                      <a16:creationId xmlns:a16="http://schemas.microsoft.com/office/drawing/2014/main" id="{228E3FA7-FCDF-2CD8-AF7B-EF76F2E0761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19041" y="1875195"/>
                  <a:ext cx="343427" cy="215444"/>
                </a:xfrm>
                <a:prstGeom prst="rect">
                  <a:avLst/>
                </a:prstGeom>
                <a:blipFill>
                  <a:blip r:embed="rId4"/>
                  <a:stretch>
                    <a:fillRect l="-3571" b="-17647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158" name="群組 157">
              <a:extLst>
                <a:ext uri="{FF2B5EF4-FFF2-40B4-BE49-F238E27FC236}">
                  <a16:creationId xmlns:a16="http://schemas.microsoft.com/office/drawing/2014/main" id="{3AE54834-0DD6-EB7E-B58E-7D1748FA7B87}"/>
                </a:ext>
              </a:extLst>
            </p:cNvPr>
            <p:cNvGrpSpPr/>
            <p:nvPr/>
          </p:nvGrpSpPr>
          <p:grpSpPr>
            <a:xfrm>
              <a:off x="5319042" y="1670567"/>
              <a:ext cx="720000" cy="179794"/>
              <a:chOff x="5319042" y="1670567"/>
              <a:chExt cx="720000" cy="179794"/>
            </a:xfrm>
            <a:grpFill/>
          </p:grpSpPr>
          <p:sp>
            <p:nvSpPr>
              <p:cNvPr id="159" name="矩形 158">
                <a:extLst>
                  <a:ext uri="{FF2B5EF4-FFF2-40B4-BE49-F238E27FC236}">
                    <a16:creationId xmlns:a16="http://schemas.microsoft.com/office/drawing/2014/main" id="{FCAD801B-B5F3-4EEC-5C86-D225AEF3FE46}"/>
                  </a:ext>
                </a:extLst>
              </p:cNvPr>
              <p:cNvSpPr/>
              <p:nvPr/>
            </p:nvSpPr>
            <p:spPr>
              <a:xfrm>
                <a:off x="5319042" y="1670567"/>
                <a:ext cx="720000" cy="179794"/>
              </a:xfrm>
              <a:prstGeom prst="rect">
                <a:avLst/>
              </a:prstGeom>
              <a:grpFill/>
              <a:ln w="12700"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kumimoji="1" lang="zh-TW" altLang="en-US"/>
              </a:p>
            </p:txBody>
          </p:sp>
          <p:cxnSp>
            <p:nvCxnSpPr>
              <p:cNvPr id="160" name="直線接點 159">
                <a:extLst>
                  <a:ext uri="{FF2B5EF4-FFF2-40B4-BE49-F238E27FC236}">
                    <a16:creationId xmlns:a16="http://schemas.microsoft.com/office/drawing/2014/main" id="{D7B4FD1F-D42F-6C26-A951-228CD4DA9D44}"/>
                  </a:ext>
                </a:extLst>
              </p:cNvPr>
              <p:cNvCxnSpPr>
                <a:cxnSpLocks/>
                <a:stCxn id="159" idx="0"/>
                <a:endCxn id="159" idx="2"/>
              </p:cNvCxnSpPr>
              <p:nvPr/>
            </p:nvCxnSpPr>
            <p:spPr>
              <a:xfrm>
                <a:off x="5679042" y="1670567"/>
                <a:ext cx="0" cy="179794"/>
              </a:xfrm>
              <a:prstGeom prst="line">
                <a:avLst/>
              </a:prstGeom>
              <a:grpFill/>
              <a:ln w="12700">
                <a:solidFill>
                  <a:schemeClr val="bg2">
                    <a:lumMod val="75000"/>
                  </a:schemeClr>
                </a:solidFill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1" name="直線接點 160">
                <a:extLst>
                  <a:ext uri="{FF2B5EF4-FFF2-40B4-BE49-F238E27FC236}">
                    <a16:creationId xmlns:a16="http://schemas.microsoft.com/office/drawing/2014/main" id="{1BF151EC-075E-07ED-4FAF-00F44F0B5BE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859795" y="1670567"/>
                <a:ext cx="0" cy="179794"/>
              </a:xfrm>
              <a:prstGeom prst="line">
                <a:avLst/>
              </a:prstGeom>
              <a:grpFill/>
              <a:ln w="12700">
                <a:solidFill>
                  <a:schemeClr val="bg2">
                    <a:lumMod val="75000"/>
                  </a:schemeClr>
                </a:solidFill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2" name="直線接點 161">
                <a:extLst>
                  <a:ext uri="{FF2B5EF4-FFF2-40B4-BE49-F238E27FC236}">
                    <a16:creationId xmlns:a16="http://schemas.microsoft.com/office/drawing/2014/main" id="{AB97B7B0-3B70-8294-7A44-65EDFDA0501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499349" y="1670567"/>
                <a:ext cx="0" cy="179794"/>
              </a:xfrm>
              <a:prstGeom prst="line">
                <a:avLst/>
              </a:prstGeom>
              <a:grpFill/>
              <a:ln w="12700">
                <a:solidFill>
                  <a:schemeClr val="bg2">
                    <a:lumMod val="75000"/>
                  </a:schemeClr>
                </a:solidFill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171" name="群組 170">
            <a:extLst>
              <a:ext uri="{FF2B5EF4-FFF2-40B4-BE49-F238E27FC236}">
                <a16:creationId xmlns:a16="http://schemas.microsoft.com/office/drawing/2014/main" id="{52D79AF6-817B-6ED3-50A7-E9C1E740B217}"/>
              </a:ext>
            </a:extLst>
          </p:cNvPr>
          <p:cNvGrpSpPr/>
          <p:nvPr/>
        </p:nvGrpSpPr>
        <p:grpSpPr>
          <a:xfrm>
            <a:off x="5081949" y="4091031"/>
            <a:ext cx="720000" cy="447610"/>
            <a:chOff x="5319042" y="1670567"/>
            <a:chExt cx="720000" cy="447610"/>
          </a:xfrm>
          <a:solidFill>
            <a:srgbClr val="D7F3EC"/>
          </a:solidFill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2" name="文字方塊 171">
                  <a:extLst>
                    <a:ext uri="{FF2B5EF4-FFF2-40B4-BE49-F238E27FC236}">
                      <a16:creationId xmlns:a16="http://schemas.microsoft.com/office/drawing/2014/main" id="{247C7BBE-E3ED-6C6D-E605-E885E280780C}"/>
                    </a:ext>
                  </a:extLst>
                </p:cNvPr>
                <p:cNvSpPr txBox="1"/>
                <p:nvPr/>
              </p:nvSpPr>
              <p:spPr>
                <a:xfrm>
                  <a:off x="5319042" y="1885228"/>
                  <a:ext cx="343427" cy="232949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zh-TW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zh-TW" sz="14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b>
                            <m:r>
                              <a:rPr kumimoji="1" lang="en-US" altLang="zh-TW" sz="1400" b="0" i="1" smtClean="0">
                                <a:latin typeface="Cambria Math" panose="02040503050406030204" pitchFamily="18" charset="0"/>
                              </a:rPr>
                              <m:t>𝑔𝑙𝑜</m:t>
                            </m:r>
                          </m:sub>
                        </m:sSub>
                      </m:oMath>
                    </m:oMathPara>
                  </a14:m>
                  <a:endParaRPr kumimoji="1" lang="en-US" altLang="zh-TW" b="0" dirty="0"/>
                </a:p>
              </p:txBody>
            </p:sp>
          </mc:Choice>
          <mc:Fallback xmlns="">
            <p:sp>
              <p:nvSpPr>
                <p:cNvPr id="172" name="文字方塊 171">
                  <a:extLst>
                    <a:ext uri="{FF2B5EF4-FFF2-40B4-BE49-F238E27FC236}">
                      <a16:creationId xmlns:a16="http://schemas.microsoft.com/office/drawing/2014/main" id="{247C7BBE-E3ED-6C6D-E605-E885E280780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19042" y="1885228"/>
                  <a:ext cx="343427" cy="232949"/>
                </a:xfrm>
                <a:prstGeom prst="rect">
                  <a:avLst/>
                </a:prstGeom>
                <a:blipFill>
                  <a:blip r:embed="rId5"/>
                  <a:stretch>
                    <a:fillRect l="-7143" r="-3571" b="-2000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173" name="群組 172">
              <a:extLst>
                <a:ext uri="{FF2B5EF4-FFF2-40B4-BE49-F238E27FC236}">
                  <a16:creationId xmlns:a16="http://schemas.microsoft.com/office/drawing/2014/main" id="{ABAF5692-B2BF-1270-A1E6-F5832912A256}"/>
                </a:ext>
              </a:extLst>
            </p:cNvPr>
            <p:cNvGrpSpPr/>
            <p:nvPr/>
          </p:nvGrpSpPr>
          <p:grpSpPr>
            <a:xfrm>
              <a:off x="5319042" y="1670567"/>
              <a:ext cx="720000" cy="179794"/>
              <a:chOff x="5319042" y="1670567"/>
              <a:chExt cx="720000" cy="179794"/>
            </a:xfrm>
            <a:grpFill/>
          </p:grpSpPr>
          <p:sp>
            <p:nvSpPr>
              <p:cNvPr id="174" name="矩形 173">
                <a:extLst>
                  <a:ext uri="{FF2B5EF4-FFF2-40B4-BE49-F238E27FC236}">
                    <a16:creationId xmlns:a16="http://schemas.microsoft.com/office/drawing/2014/main" id="{8BE1A0B3-81A6-2F64-EBAD-719A18B2F05F}"/>
                  </a:ext>
                </a:extLst>
              </p:cNvPr>
              <p:cNvSpPr/>
              <p:nvPr/>
            </p:nvSpPr>
            <p:spPr>
              <a:xfrm>
                <a:off x="5319042" y="1670567"/>
                <a:ext cx="720000" cy="179794"/>
              </a:xfrm>
              <a:prstGeom prst="rect">
                <a:avLst/>
              </a:prstGeom>
              <a:solidFill>
                <a:srgbClr val="E0F3F1"/>
              </a:solidFill>
              <a:ln w="12700"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kumimoji="1" lang="zh-TW" altLang="en-US"/>
              </a:p>
            </p:txBody>
          </p:sp>
          <p:cxnSp>
            <p:nvCxnSpPr>
              <p:cNvPr id="175" name="直線接點 174">
                <a:extLst>
                  <a:ext uri="{FF2B5EF4-FFF2-40B4-BE49-F238E27FC236}">
                    <a16:creationId xmlns:a16="http://schemas.microsoft.com/office/drawing/2014/main" id="{A44ECB30-8B19-0A3B-A1FF-BCA0B58210FC}"/>
                  </a:ext>
                </a:extLst>
              </p:cNvPr>
              <p:cNvCxnSpPr>
                <a:cxnSpLocks/>
                <a:stCxn id="174" idx="0"/>
                <a:endCxn id="174" idx="2"/>
              </p:cNvCxnSpPr>
              <p:nvPr/>
            </p:nvCxnSpPr>
            <p:spPr>
              <a:xfrm>
                <a:off x="5679042" y="1670567"/>
                <a:ext cx="0" cy="179794"/>
              </a:xfrm>
              <a:prstGeom prst="line">
                <a:avLst/>
              </a:prstGeom>
              <a:grpFill/>
              <a:ln w="12700">
                <a:solidFill>
                  <a:schemeClr val="bg2">
                    <a:lumMod val="75000"/>
                  </a:schemeClr>
                </a:solidFill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6" name="直線接點 175">
                <a:extLst>
                  <a:ext uri="{FF2B5EF4-FFF2-40B4-BE49-F238E27FC236}">
                    <a16:creationId xmlns:a16="http://schemas.microsoft.com/office/drawing/2014/main" id="{8C23BAD0-E785-924A-320A-0DBFFBAC9D6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859795" y="1670567"/>
                <a:ext cx="0" cy="179794"/>
              </a:xfrm>
              <a:prstGeom prst="line">
                <a:avLst/>
              </a:prstGeom>
              <a:grpFill/>
              <a:ln w="12700">
                <a:solidFill>
                  <a:schemeClr val="bg2">
                    <a:lumMod val="75000"/>
                  </a:schemeClr>
                </a:solidFill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7" name="直線接點 176">
                <a:extLst>
                  <a:ext uri="{FF2B5EF4-FFF2-40B4-BE49-F238E27FC236}">
                    <a16:creationId xmlns:a16="http://schemas.microsoft.com/office/drawing/2014/main" id="{FE7877CA-D2B7-1BF0-D579-90242EB0025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499349" y="1670567"/>
                <a:ext cx="0" cy="179794"/>
              </a:xfrm>
              <a:prstGeom prst="line">
                <a:avLst/>
              </a:prstGeom>
              <a:grpFill/>
              <a:ln w="12700">
                <a:solidFill>
                  <a:schemeClr val="bg2">
                    <a:lumMod val="75000"/>
                  </a:schemeClr>
                </a:solidFill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179" name="群組 178">
            <a:extLst>
              <a:ext uri="{FF2B5EF4-FFF2-40B4-BE49-F238E27FC236}">
                <a16:creationId xmlns:a16="http://schemas.microsoft.com/office/drawing/2014/main" id="{8C764825-7EC9-079E-6E1E-7B527982E752}"/>
              </a:ext>
            </a:extLst>
          </p:cNvPr>
          <p:cNvGrpSpPr/>
          <p:nvPr/>
        </p:nvGrpSpPr>
        <p:grpSpPr>
          <a:xfrm>
            <a:off x="6720858" y="1937702"/>
            <a:ext cx="1024977" cy="508713"/>
            <a:chOff x="3715421" y="1624998"/>
            <a:chExt cx="1024977" cy="508713"/>
          </a:xfrm>
        </p:grpSpPr>
        <p:sp>
          <p:nvSpPr>
            <p:cNvPr id="180" name="圓角矩形 179">
              <a:extLst>
                <a:ext uri="{FF2B5EF4-FFF2-40B4-BE49-F238E27FC236}">
                  <a16:creationId xmlns:a16="http://schemas.microsoft.com/office/drawing/2014/main" id="{C446C4BB-071A-DDA5-004A-00286A777E0F}"/>
                </a:ext>
              </a:extLst>
            </p:cNvPr>
            <p:cNvSpPr/>
            <p:nvPr/>
          </p:nvSpPr>
          <p:spPr>
            <a:xfrm>
              <a:off x="3759934" y="1624998"/>
              <a:ext cx="917475" cy="508713"/>
            </a:xfrm>
            <a:prstGeom prst="round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>
              <a:solidFill>
                <a:schemeClr val="accent2">
                  <a:lumMod val="60000"/>
                  <a:lumOff val="40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 dirty="0">
                <a:solidFill>
                  <a:srgbClr val="C00000"/>
                </a:solidFill>
              </a:endParaRPr>
            </a:p>
          </p:txBody>
        </p:sp>
        <p:sp>
          <p:nvSpPr>
            <p:cNvPr id="181" name="文字方塊 180">
              <a:extLst>
                <a:ext uri="{FF2B5EF4-FFF2-40B4-BE49-F238E27FC236}">
                  <a16:creationId xmlns:a16="http://schemas.microsoft.com/office/drawing/2014/main" id="{07DE08E8-7792-4543-C41D-6859C13E38DB}"/>
                </a:ext>
              </a:extLst>
            </p:cNvPr>
            <p:cNvSpPr txBox="1"/>
            <p:nvPr/>
          </p:nvSpPr>
          <p:spPr>
            <a:xfrm>
              <a:off x="3715421" y="1658569"/>
              <a:ext cx="1024977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zh-TW" sz="1200" dirty="0">
                  <a:cs typeface="Times New Roman" panose="02020603050405020304" pitchFamily="18" charset="0"/>
                </a:rPr>
                <a:t>User </a:t>
              </a:r>
            </a:p>
            <a:p>
              <a:pPr algn="ctr"/>
              <a:r>
                <a:rPr kumimoji="1" lang="en-US" altLang="zh-TW" sz="1200" dirty="0">
                  <a:cs typeface="Times New Roman" panose="02020603050405020304" pitchFamily="18" charset="0"/>
                </a:rPr>
                <a:t>Fusion </a:t>
              </a:r>
              <a:r>
                <a:rPr lang="en" altLang="zh-TW" sz="1200" b="0" i="0" dirty="0">
                  <a:solidFill>
                    <a:srgbClr val="1F2328"/>
                  </a:solidFill>
                  <a:effectLst/>
                  <a:latin typeface="Mona Sans VF"/>
                </a:rPr>
                <a:t>Gate</a:t>
              </a:r>
              <a:endParaRPr kumimoji="1" lang="zh-TW" altLang="en-US" sz="1200" dirty="0">
                <a:cs typeface="Times New Roman" panose="02020603050405020304" pitchFamily="18" charset="0"/>
              </a:endParaRPr>
            </a:p>
          </p:txBody>
        </p:sp>
      </p:grpSp>
      <p:cxnSp>
        <p:nvCxnSpPr>
          <p:cNvPr id="188" name="直線接點 187">
            <a:extLst>
              <a:ext uri="{FF2B5EF4-FFF2-40B4-BE49-F238E27FC236}">
                <a16:creationId xmlns:a16="http://schemas.microsoft.com/office/drawing/2014/main" id="{BC84279C-3ECC-8A93-F2F3-291C7DF0CFE9}"/>
              </a:ext>
            </a:extLst>
          </p:cNvPr>
          <p:cNvCxnSpPr>
            <a:cxnSpLocks/>
            <a:endCxn id="411" idx="1"/>
          </p:cNvCxnSpPr>
          <p:nvPr/>
        </p:nvCxnSpPr>
        <p:spPr>
          <a:xfrm flipV="1">
            <a:off x="291402" y="2727116"/>
            <a:ext cx="9302608" cy="112196"/>
          </a:xfrm>
          <a:prstGeom prst="line">
            <a:avLst/>
          </a:prstGeom>
          <a:ln w="12700">
            <a:solidFill>
              <a:schemeClr val="bg2">
                <a:lumMod val="90000"/>
              </a:schemeClr>
            </a:solidFill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1" name="肘形接點 190">
            <a:extLst>
              <a:ext uri="{FF2B5EF4-FFF2-40B4-BE49-F238E27FC236}">
                <a16:creationId xmlns:a16="http://schemas.microsoft.com/office/drawing/2014/main" id="{3D1A119E-FE0E-31F6-2C9F-45BA29D8EF11}"/>
              </a:ext>
            </a:extLst>
          </p:cNvPr>
          <p:cNvCxnSpPr>
            <a:cxnSpLocks/>
            <a:stCxn id="297" idx="3"/>
          </p:cNvCxnSpPr>
          <p:nvPr/>
        </p:nvCxnSpPr>
        <p:spPr>
          <a:xfrm flipV="1">
            <a:off x="4297480" y="2373336"/>
            <a:ext cx="2411639" cy="956587"/>
          </a:xfrm>
          <a:prstGeom prst="bentConnector3">
            <a:avLst>
              <a:gd name="adj1" fmla="val 84780"/>
            </a:avLst>
          </a:prstGeom>
          <a:ln>
            <a:solidFill>
              <a:schemeClr val="bg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7" name="肘形接點 196">
            <a:extLst>
              <a:ext uri="{FF2B5EF4-FFF2-40B4-BE49-F238E27FC236}">
                <a16:creationId xmlns:a16="http://schemas.microsoft.com/office/drawing/2014/main" id="{093C8E86-84C8-D2E9-C8D5-5580E90E67B6}"/>
              </a:ext>
            </a:extLst>
          </p:cNvPr>
          <p:cNvCxnSpPr>
            <a:cxnSpLocks/>
            <a:stCxn id="174" idx="3"/>
          </p:cNvCxnSpPr>
          <p:nvPr/>
        </p:nvCxnSpPr>
        <p:spPr>
          <a:xfrm flipV="1">
            <a:off x="5801949" y="3429000"/>
            <a:ext cx="892799" cy="751928"/>
          </a:xfrm>
          <a:prstGeom prst="bentConnector3">
            <a:avLst>
              <a:gd name="adj1" fmla="val 60723"/>
            </a:avLst>
          </a:prstGeom>
          <a:ln>
            <a:solidFill>
              <a:schemeClr val="bg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0" name="直線箭頭接點 249">
            <a:extLst>
              <a:ext uri="{FF2B5EF4-FFF2-40B4-BE49-F238E27FC236}">
                <a16:creationId xmlns:a16="http://schemas.microsoft.com/office/drawing/2014/main" id="{5D6E22D9-8225-D5A2-1F34-CF6DF11D2F8F}"/>
              </a:ext>
            </a:extLst>
          </p:cNvPr>
          <p:cNvCxnSpPr>
            <a:cxnSpLocks/>
            <a:stCxn id="365" idx="3"/>
          </p:cNvCxnSpPr>
          <p:nvPr/>
        </p:nvCxnSpPr>
        <p:spPr>
          <a:xfrm>
            <a:off x="8994070" y="2217328"/>
            <a:ext cx="657277" cy="282237"/>
          </a:xfrm>
          <a:prstGeom prst="straightConnector1">
            <a:avLst/>
          </a:prstGeom>
          <a:ln w="12700">
            <a:solidFill>
              <a:schemeClr val="bg2">
                <a:lumMod val="75000"/>
              </a:schemeClr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74" name="文字方塊 273">
                <a:extLst>
                  <a:ext uri="{FF2B5EF4-FFF2-40B4-BE49-F238E27FC236}">
                    <a16:creationId xmlns:a16="http://schemas.microsoft.com/office/drawing/2014/main" id="{A4AACED5-A829-7CFA-31CE-2B1206B3A169}"/>
                  </a:ext>
                </a:extLst>
              </p:cNvPr>
              <p:cNvSpPr txBox="1"/>
              <p:nvPr/>
            </p:nvSpPr>
            <p:spPr>
              <a:xfrm>
                <a:off x="3814720" y="2188670"/>
                <a:ext cx="433259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zh-TW" sz="1200" b="0" i="1" smtClean="0"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kumimoji="1" lang="en-US" altLang="zh-TW" sz="1200" b="0" i="1" smtClean="0">
                          <a:latin typeface="Cambria Math" panose="02040503050406030204" pitchFamily="18" charset="0"/>
                        </a:rPr>
                        <m:t>=2</m:t>
                      </m:r>
                    </m:oMath>
                  </m:oMathPara>
                </a14:m>
                <a:endParaRPr kumimoji="1" lang="en-US" altLang="zh-TW" sz="1600" b="0" dirty="0"/>
              </a:p>
            </p:txBody>
          </p:sp>
        </mc:Choice>
        <mc:Fallback xmlns="">
          <p:sp>
            <p:nvSpPr>
              <p:cNvPr id="274" name="文字方塊 273">
                <a:extLst>
                  <a:ext uri="{FF2B5EF4-FFF2-40B4-BE49-F238E27FC236}">
                    <a16:creationId xmlns:a16="http://schemas.microsoft.com/office/drawing/2014/main" id="{A4AACED5-A829-7CFA-31CE-2B1206B3A16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14720" y="2188670"/>
                <a:ext cx="433259" cy="184666"/>
              </a:xfrm>
              <a:prstGeom prst="rect">
                <a:avLst/>
              </a:prstGeom>
              <a:blipFill>
                <a:blip r:embed="rId6"/>
                <a:stretch>
                  <a:fillRect l="-8571" r="-5714" b="-666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87" name="群組 286">
            <a:extLst>
              <a:ext uri="{FF2B5EF4-FFF2-40B4-BE49-F238E27FC236}">
                <a16:creationId xmlns:a16="http://schemas.microsoft.com/office/drawing/2014/main" id="{E9633484-3A0A-E41A-241E-B056F6924F9C}"/>
              </a:ext>
            </a:extLst>
          </p:cNvPr>
          <p:cNvGrpSpPr/>
          <p:nvPr/>
        </p:nvGrpSpPr>
        <p:grpSpPr>
          <a:xfrm>
            <a:off x="271082" y="981602"/>
            <a:ext cx="2589141" cy="1727315"/>
            <a:chOff x="271082" y="981602"/>
            <a:chExt cx="2589141" cy="1727315"/>
          </a:xfrm>
        </p:grpSpPr>
        <p:sp>
          <p:nvSpPr>
            <p:cNvPr id="283" name="圓角矩形 282">
              <a:extLst>
                <a:ext uri="{FF2B5EF4-FFF2-40B4-BE49-F238E27FC236}">
                  <a16:creationId xmlns:a16="http://schemas.microsoft.com/office/drawing/2014/main" id="{CC6E8CAA-22BD-51CB-E9B1-94C1DE2B3B96}"/>
                </a:ext>
              </a:extLst>
            </p:cNvPr>
            <p:cNvSpPr/>
            <p:nvPr/>
          </p:nvSpPr>
          <p:spPr>
            <a:xfrm>
              <a:off x="271082" y="981602"/>
              <a:ext cx="2589141" cy="1727315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  <a:prstDash val="dash"/>
            </a:ln>
          </p:spPr>
          <p:style>
            <a:lnRef idx="2">
              <a:schemeClr val="accent3"/>
            </a:lnRef>
            <a:fillRef idx="1">
              <a:schemeClr val="lt1"/>
            </a:fillRef>
            <a:effectRef idx="0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grpSp>
          <p:nvGrpSpPr>
            <p:cNvPr id="96" name="群組 95">
              <a:extLst>
                <a:ext uri="{FF2B5EF4-FFF2-40B4-BE49-F238E27FC236}">
                  <a16:creationId xmlns:a16="http://schemas.microsoft.com/office/drawing/2014/main" id="{B66B4C5D-414C-9C96-B7C7-10F259E10F51}"/>
                </a:ext>
              </a:extLst>
            </p:cNvPr>
            <p:cNvGrpSpPr/>
            <p:nvPr/>
          </p:nvGrpSpPr>
          <p:grpSpPr>
            <a:xfrm>
              <a:off x="383529" y="1356916"/>
              <a:ext cx="2376787" cy="1146916"/>
              <a:chOff x="383529" y="1336596"/>
              <a:chExt cx="2376787" cy="1146916"/>
            </a:xfrm>
          </p:grpSpPr>
          <p:grpSp>
            <p:nvGrpSpPr>
              <p:cNvPr id="9" name="群組 8">
                <a:extLst>
                  <a:ext uri="{FF2B5EF4-FFF2-40B4-BE49-F238E27FC236}">
                    <a16:creationId xmlns:a16="http://schemas.microsoft.com/office/drawing/2014/main" id="{5C66B213-19CB-6823-FA1D-6069B3221D4D}"/>
                  </a:ext>
                </a:extLst>
              </p:cNvPr>
              <p:cNvGrpSpPr/>
              <p:nvPr/>
            </p:nvGrpSpPr>
            <p:grpSpPr>
              <a:xfrm>
                <a:off x="714054" y="1356189"/>
                <a:ext cx="359596" cy="359596"/>
                <a:chOff x="714054" y="1356189"/>
                <a:chExt cx="359596" cy="359596"/>
              </a:xfrm>
            </p:grpSpPr>
            <p:sp>
              <p:nvSpPr>
                <p:cNvPr id="6" name="橢圓 5">
                  <a:extLst>
                    <a:ext uri="{FF2B5EF4-FFF2-40B4-BE49-F238E27FC236}">
                      <a16:creationId xmlns:a16="http://schemas.microsoft.com/office/drawing/2014/main" id="{E03888D4-DF9C-9DCB-8456-6E0C491A8760}"/>
                    </a:ext>
                  </a:extLst>
                </p:cNvPr>
                <p:cNvSpPr/>
                <p:nvPr/>
              </p:nvSpPr>
              <p:spPr>
                <a:xfrm>
                  <a:off x="714054" y="1356189"/>
                  <a:ext cx="359596" cy="359596"/>
                </a:xfrm>
                <a:prstGeom prst="ellipse">
                  <a:avLst/>
                </a:prstGeom>
                <a:solidFill>
                  <a:schemeClr val="accent1">
                    <a:lumMod val="20000"/>
                    <a:lumOff val="80000"/>
                  </a:schemeClr>
                </a:solidFill>
                <a:ln w="12700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TW" altLang="en-US"/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8" name="文字方塊 7">
                      <a:extLst>
                        <a:ext uri="{FF2B5EF4-FFF2-40B4-BE49-F238E27FC236}">
                          <a16:creationId xmlns:a16="http://schemas.microsoft.com/office/drawing/2014/main" id="{F4CBBD78-2EA9-9A12-08A3-CCF127C86D1F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789744" y="1408672"/>
                      <a:ext cx="221278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kumimoji="1" lang="en-US" altLang="zh-TW" sz="1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1" lang="en-US" altLang="zh-TW" sz="1400" b="0" i="1" smtClean="0">
                                    <a:latin typeface="Cambria Math" panose="02040503050406030204" pitchFamily="18" charset="0"/>
                                  </a:rPr>
                                  <m:t>𝑢</m:t>
                                </m:r>
                              </m:e>
                              <m:sub>
                                <m:r>
                                  <a:rPr kumimoji="1" lang="en-US" altLang="zh-TW" sz="14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kumimoji="1" lang="en-US" altLang="zh-TW" b="0" dirty="0"/>
                    </a:p>
                  </p:txBody>
                </p:sp>
              </mc:Choice>
              <mc:Fallback xmlns="">
                <p:sp>
                  <p:nvSpPr>
                    <p:cNvPr id="8" name="文字方塊 7">
                      <a:extLst>
                        <a:ext uri="{FF2B5EF4-FFF2-40B4-BE49-F238E27FC236}">
                          <a16:creationId xmlns:a16="http://schemas.microsoft.com/office/drawing/2014/main" id="{F4CBBD78-2EA9-9A12-08A3-CCF127C86D1F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89744" y="1408672"/>
                      <a:ext cx="221278" cy="215444"/>
                    </a:xfrm>
                    <a:prstGeom prst="rect">
                      <a:avLst/>
                    </a:prstGeom>
                    <a:blipFill>
                      <a:blip r:embed="rId7"/>
                      <a:stretch>
                        <a:fillRect l="-11111" r="-5556" b="-11111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TW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grpSp>
            <p:nvGrpSpPr>
              <p:cNvPr id="10" name="群組 9">
                <a:extLst>
                  <a:ext uri="{FF2B5EF4-FFF2-40B4-BE49-F238E27FC236}">
                    <a16:creationId xmlns:a16="http://schemas.microsoft.com/office/drawing/2014/main" id="{8EAB3110-B5F1-08EC-3939-1810DE707B65}"/>
                  </a:ext>
                </a:extLst>
              </p:cNvPr>
              <p:cNvGrpSpPr/>
              <p:nvPr/>
            </p:nvGrpSpPr>
            <p:grpSpPr>
              <a:xfrm>
                <a:off x="1369374" y="1356189"/>
                <a:ext cx="359596" cy="359596"/>
                <a:chOff x="714054" y="1356189"/>
                <a:chExt cx="359596" cy="359596"/>
              </a:xfrm>
            </p:grpSpPr>
            <p:sp>
              <p:nvSpPr>
                <p:cNvPr id="11" name="橢圓 10">
                  <a:extLst>
                    <a:ext uri="{FF2B5EF4-FFF2-40B4-BE49-F238E27FC236}">
                      <a16:creationId xmlns:a16="http://schemas.microsoft.com/office/drawing/2014/main" id="{2E6E29A2-495D-443E-F039-C61492517B3E}"/>
                    </a:ext>
                  </a:extLst>
                </p:cNvPr>
                <p:cNvSpPr/>
                <p:nvPr/>
              </p:nvSpPr>
              <p:spPr>
                <a:xfrm>
                  <a:off x="714054" y="1356189"/>
                  <a:ext cx="359596" cy="359596"/>
                </a:xfrm>
                <a:prstGeom prst="ellipse">
                  <a:avLst/>
                </a:prstGeom>
                <a:solidFill>
                  <a:schemeClr val="accent1">
                    <a:lumMod val="20000"/>
                    <a:lumOff val="80000"/>
                  </a:schemeClr>
                </a:solidFill>
                <a:ln w="12700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TW" altLang="en-US"/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2" name="文字方塊 11">
                      <a:extLst>
                        <a:ext uri="{FF2B5EF4-FFF2-40B4-BE49-F238E27FC236}">
                          <a16:creationId xmlns:a16="http://schemas.microsoft.com/office/drawing/2014/main" id="{0A0B3E15-5DB5-D333-12F4-44DB68C386BC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789744" y="1408672"/>
                      <a:ext cx="225446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kumimoji="1" lang="en-US" altLang="zh-TW" sz="1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1" lang="en-US" altLang="zh-TW" sz="1400" b="0" i="1" smtClean="0">
                                    <a:latin typeface="Cambria Math" panose="02040503050406030204" pitchFamily="18" charset="0"/>
                                  </a:rPr>
                                  <m:t>𝑢</m:t>
                                </m:r>
                              </m:e>
                              <m:sub>
                                <m:r>
                                  <a:rPr kumimoji="1" lang="en-US" altLang="zh-TW" sz="14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oMath>
                        </m:oMathPara>
                      </a14:m>
                      <a:endParaRPr kumimoji="1" lang="en-US" altLang="zh-TW" b="0" dirty="0"/>
                    </a:p>
                  </p:txBody>
                </p:sp>
              </mc:Choice>
              <mc:Fallback xmlns="">
                <p:sp>
                  <p:nvSpPr>
                    <p:cNvPr id="12" name="文字方塊 11">
                      <a:extLst>
                        <a:ext uri="{FF2B5EF4-FFF2-40B4-BE49-F238E27FC236}">
                          <a16:creationId xmlns:a16="http://schemas.microsoft.com/office/drawing/2014/main" id="{0A0B3E15-5DB5-D333-12F4-44DB68C386B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89744" y="1408672"/>
                      <a:ext cx="225446" cy="215444"/>
                    </a:xfrm>
                    <a:prstGeom prst="rect">
                      <a:avLst/>
                    </a:prstGeom>
                    <a:blipFill>
                      <a:blip r:embed="rId8"/>
                      <a:stretch>
                        <a:fillRect l="-10526" r="-5263" b="-11111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TW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grpSp>
            <p:nvGrpSpPr>
              <p:cNvPr id="13" name="群組 12">
                <a:extLst>
                  <a:ext uri="{FF2B5EF4-FFF2-40B4-BE49-F238E27FC236}">
                    <a16:creationId xmlns:a16="http://schemas.microsoft.com/office/drawing/2014/main" id="{32C516D6-8685-E5D0-1FB2-EEB5193FF0EF}"/>
                  </a:ext>
                </a:extLst>
              </p:cNvPr>
              <p:cNvGrpSpPr/>
              <p:nvPr/>
            </p:nvGrpSpPr>
            <p:grpSpPr>
              <a:xfrm>
                <a:off x="2024694" y="1336596"/>
                <a:ext cx="359596" cy="359596"/>
                <a:chOff x="714054" y="1356189"/>
                <a:chExt cx="359596" cy="359596"/>
              </a:xfrm>
            </p:grpSpPr>
            <p:sp>
              <p:nvSpPr>
                <p:cNvPr id="14" name="橢圓 13">
                  <a:extLst>
                    <a:ext uri="{FF2B5EF4-FFF2-40B4-BE49-F238E27FC236}">
                      <a16:creationId xmlns:a16="http://schemas.microsoft.com/office/drawing/2014/main" id="{E47962E4-2D5A-2594-1DC3-EE9C75D5335A}"/>
                    </a:ext>
                  </a:extLst>
                </p:cNvPr>
                <p:cNvSpPr/>
                <p:nvPr/>
              </p:nvSpPr>
              <p:spPr>
                <a:xfrm>
                  <a:off x="714054" y="1356189"/>
                  <a:ext cx="359596" cy="359596"/>
                </a:xfrm>
                <a:prstGeom prst="ellipse">
                  <a:avLst/>
                </a:prstGeom>
                <a:solidFill>
                  <a:schemeClr val="accent1">
                    <a:lumMod val="20000"/>
                    <a:lumOff val="80000"/>
                  </a:schemeClr>
                </a:solidFill>
                <a:ln w="12700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TW" altLang="en-US"/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5" name="文字方塊 14">
                      <a:extLst>
                        <a:ext uri="{FF2B5EF4-FFF2-40B4-BE49-F238E27FC236}">
                          <a16:creationId xmlns:a16="http://schemas.microsoft.com/office/drawing/2014/main" id="{544C05B8-21A3-395B-0634-229EEDF128B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789744" y="1408672"/>
                      <a:ext cx="225446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kumimoji="1" lang="en-US" altLang="zh-TW" sz="1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1" lang="en-US" altLang="zh-TW" sz="1400" b="0" i="1" smtClean="0">
                                    <a:latin typeface="Cambria Math" panose="02040503050406030204" pitchFamily="18" charset="0"/>
                                  </a:rPr>
                                  <m:t>𝑢</m:t>
                                </m:r>
                              </m:e>
                              <m:sub>
                                <m:r>
                                  <a:rPr kumimoji="1" lang="en-US" altLang="zh-TW" sz="1400" b="0" i="1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sub>
                            </m:sSub>
                          </m:oMath>
                        </m:oMathPara>
                      </a14:m>
                      <a:endParaRPr kumimoji="1" lang="en-US" altLang="zh-TW" b="0" dirty="0"/>
                    </a:p>
                  </p:txBody>
                </p:sp>
              </mc:Choice>
              <mc:Fallback xmlns="">
                <p:sp>
                  <p:nvSpPr>
                    <p:cNvPr id="15" name="文字方塊 14">
                      <a:extLst>
                        <a:ext uri="{FF2B5EF4-FFF2-40B4-BE49-F238E27FC236}">
                          <a16:creationId xmlns:a16="http://schemas.microsoft.com/office/drawing/2014/main" id="{544C05B8-21A3-395B-0634-229EEDF128BD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89744" y="1408672"/>
                      <a:ext cx="225446" cy="215444"/>
                    </a:xfrm>
                    <a:prstGeom prst="rect">
                      <a:avLst/>
                    </a:prstGeom>
                    <a:blipFill>
                      <a:blip r:embed="rId9"/>
                      <a:stretch>
                        <a:fillRect l="-10526" r="-5263" b="-10526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TW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grpSp>
            <p:nvGrpSpPr>
              <p:cNvPr id="16" name="群組 15">
                <a:extLst>
                  <a:ext uri="{FF2B5EF4-FFF2-40B4-BE49-F238E27FC236}">
                    <a16:creationId xmlns:a16="http://schemas.microsoft.com/office/drawing/2014/main" id="{6F28C9CF-0AEE-EC89-0F5A-DB8560D4FE85}"/>
                  </a:ext>
                </a:extLst>
              </p:cNvPr>
              <p:cNvGrpSpPr/>
              <p:nvPr/>
            </p:nvGrpSpPr>
            <p:grpSpPr>
              <a:xfrm>
                <a:off x="383529" y="2123916"/>
                <a:ext cx="359596" cy="359596"/>
                <a:chOff x="714054" y="1356189"/>
                <a:chExt cx="359596" cy="359596"/>
              </a:xfrm>
            </p:grpSpPr>
            <p:sp>
              <p:nvSpPr>
                <p:cNvPr id="17" name="矩形 16">
                  <a:extLst>
                    <a:ext uri="{FF2B5EF4-FFF2-40B4-BE49-F238E27FC236}">
                      <a16:creationId xmlns:a16="http://schemas.microsoft.com/office/drawing/2014/main" id="{FB8F5E04-74F6-B54F-F598-290C5B10E6AB}"/>
                    </a:ext>
                  </a:extLst>
                </p:cNvPr>
                <p:cNvSpPr/>
                <p:nvPr/>
              </p:nvSpPr>
              <p:spPr>
                <a:xfrm>
                  <a:off x="714054" y="1356189"/>
                  <a:ext cx="359596" cy="359596"/>
                </a:xfrm>
                <a:prstGeom prst="rect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 w="12700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TW" altLang="en-US"/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8" name="文字方塊 17">
                      <a:extLst>
                        <a:ext uri="{FF2B5EF4-FFF2-40B4-BE49-F238E27FC236}">
                          <a16:creationId xmlns:a16="http://schemas.microsoft.com/office/drawing/2014/main" id="{64E1C107-74B9-14BC-8924-ED3A16F814C2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818096" y="1408672"/>
                      <a:ext cx="174791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kumimoji="1" lang="en-US" altLang="zh-TW" sz="1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1" lang="en-US" altLang="zh-TW" sz="1400" b="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e>
                              <m:sub>
                                <m:r>
                                  <a:rPr kumimoji="1" lang="en-US" altLang="zh-TW" sz="14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kumimoji="1" lang="en-US" altLang="zh-TW" b="0" dirty="0"/>
                    </a:p>
                  </p:txBody>
                </p:sp>
              </mc:Choice>
              <mc:Fallback xmlns="">
                <p:sp>
                  <p:nvSpPr>
                    <p:cNvPr id="18" name="文字方塊 17">
                      <a:extLst>
                        <a:ext uri="{FF2B5EF4-FFF2-40B4-BE49-F238E27FC236}">
                          <a16:creationId xmlns:a16="http://schemas.microsoft.com/office/drawing/2014/main" id="{64E1C107-74B9-14BC-8924-ED3A16F814C2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818096" y="1408672"/>
                      <a:ext cx="174791" cy="215444"/>
                    </a:xfrm>
                    <a:prstGeom prst="rect">
                      <a:avLst/>
                    </a:prstGeom>
                    <a:blipFill>
                      <a:blip r:embed="rId10"/>
                      <a:stretch>
                        <a:fillRect l="-20000" r="-6667" b="-5263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TW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grpSp>
            <p:nvGrpSpPr>
              <p:cNvPr id="19" name="群組 18">
                <a:extLst>
                  <a:ext uri="{FF2B5EF4-FFF2-40B4-BE49-F238E27FC236}">
                    <a16:creationId xmlns:a16="http://schemas.microsoft.com/office/drawing/2014/main" id="{09A95615-1857-F8AE-923C-0DD6BFBC0F98}"/>
                  </a:ext>
                </a:extLst>
              </p:cNvPr>
              <p:cNvGrpSpPr/>
              <p:nvPr/>
            </p:nvGrpSpPr>
            <p:grpSpPr>
              <a:xfrm>
                <a:off x="2400720" y="2123916"/>
                <a:ext cx="359596" cy="359596"/>
                <a:chOff x="714054" y="1356189"/>
                <a:chExt cx="359596" cy="359596"/>
              </a:xfrm>
            </p:grpSpPr>
            <p:sp>
              <p:nvSpPr>
                <p:cNvPr id="20" name="矩形 19">
                  <a:extLst>
                    <a:ext uri="{FF2B5EF4-FFF2-40B4-BE49-F238E27FC236}">
                      <a16:creationId xmlns:a16="http://schemas.microsoft.com/office/drawing/2014/main" id="{7CB3C541-F717-2845-5A65-6ED3F4931E81}"/>
                    </a:ext>
                  </a:extLst>
                </p:cNvPr>
                <p:cNvSpPr/>
                <p:nvPr/>
              </p:nvSpPr>
              <p:spPr>
                <a:xfrm>
                  <a:off x="714054" y="1356189"/>
                  <a:ext cx="359596" cy="359596"/>
                </a:xfrm>
                <a:prstGeom prst="rect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 w="12700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TW" altLang="en-US"/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1" name="文字方塊 20">
                      <a:extLst>
                        <a:ext uri="{FF2B5EF4-FFF2-40B4-BE49-F238E27FC236}">
                          <a16:creationId xmlns:a16="http://schemas.microsoft.com/office/drawing/2014/main" id="{67C9D809-40DA-A541-5E3E-E085761BE9AB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818096" y="1408672"/>
                      <a:ext cx="178959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kumimoji="1" lang="en-US" altLang="zh-TW" sz="1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1" lang="en-US" altLang="zh-TW" sz="1400" b="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e>
                              <m:sub>
                                <m:r>
                                  <a:rPr kumimoji="1" lang="en-US" altLang="zh-TW" sz="1400" b="0" i="1" smtClean="0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sub>
                            </m:sSub>
                          </m:oMath>
                        </m:oMathPara>
                      </a14:m>
                      <a:endParaRPr kumimoji="1" lang="en-US" altLang="zh-TW" b="0" dirty="0"/>
                    </a:p>
                  </p:txBody>
                </p:sp>
              </mc:Choice>
              <mc:Fallback xmlns="">
                <p:sp>
                  <p:nvSpPr>
                    <p:cNvPr id="21" name="文字方塊 20">
                      <a:extLst>
                        <a:ext uri="{FF2B5EF4-FFF2-40B4-BE49-F238E27FC236}">
                          <a16:creationId xmlns:a16="http://schemas.microsoft.com/office/drawing/2014/main" id="{67C9D809-40DA-A541-5E3E-E085761BE9AB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818096" y="1408672"/>
                      <a:ext cx="178959" cy="215444"/>
                    </a:xfrm>
                    <a:prstGeom prst="rect">
                      <a:avLst/>
                    </a:prstGeom>
                    <a:blipFill>
                      <a:blip r:embed="rId11"/>
                      <a:stretch>
                        <a:fillRect l="-26667" r="-6667" b="-5263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TW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grpSp>
            <p:nvGrpSpPr>
              <p:cNvPr id="22" name="群組 21">
                <a:extLst>
                  <a:ext uri="{FF2B5EF4-FFF2-40B4-BE49-F238E27FC236}">
                    <a16:creationId xmlns:a16="http://schemas.microsoft.com/office/drawing/2014/main" id="{8A33C36E-2C7F-7206-D3CC-E8EBB032924E}"/>
                  </a:ext>
                </a:extLst>
              </p:cNvPr>
              <p:cNvGrpSpPr/>
              <p:nvPr/>
            </p:nvGrpSpPr>
            <p:grpSpPr>
              <a:xfrm>
                <a:off x="1057220" y="2123916"/>
                <a:ext cx="359596" cy="359596"/>
                <a:chOff x="714054" y="1356189"/>
                <a:chExt cx="359596" cy="359596"/>
              </a:xfrm>
            </p:grpSpPr>
            <p:sp>
              <p:nvSpPr>
                <p:cNvPr id="23" name="矩形 22">
                  <a:extLst>
                    <a:ext uri="{FF2B5EF4-FFF2-40B4-BE49-F238E27FC236}">
                      <a16:creationId xmlns:a16="http://schemas.microsoft.com/office/drawing/2014/main" id="{6092EABF-9B6A-5A6D-6E76-8EB3839A7C96}"/>
                    </a:ext>
                  </a:extLst>
                </p:cNvPr>
                <p:cNvSpPr/>
                <p:nvPr/>
              </p:nvSpPr>
              <p:spPr>
                <a:xfrm>
                  <a:off x="714054" y="1356189"/>
                  <a:ext cx="359596" cy="359596"/>
                </a:xfrm>
                <a:prstGeom prst="rect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 w="12700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TW" altLang="en-US"/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4" name="文字方塊 23">
                      <a:extLst>
                        <a:ext uri="{FF2B5EF4-FFF2-40B4-BE49-F238E27FC236}">
                          <a16:creationId xmlns:a16="http://schemas.microsoft.com/office/drawing/2014/main" id="{3BB0EF53-FB59-76D3-09D5-DEC9DCA92913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818096" y="1408672"/>
                      <a:ext cx="178959" cy="215444"/>
                    </a:xfrm>
                    <a:prstGeom prst="rect">
                      <a:avLst/>
                    </a:prstGeom>
                    <a:solidFill>
                      <a:schemeClr val="accent6">
                        <a:lumMod val="20000"/>
                        <a:lumOff val="80000"/>
                      </a:schemeClr>
                    </a:solidFill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kumimoji="1" lang="en-US" altLang="zh-TW" sz="1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1" lang="en-US" altLang="zh-TW" sz="1400" b="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e>
                              <m:sub>
                                <m:r>
                                  <a:rPr kumimoji="1" lang="en-US" altLang="zh-TW" sz="14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oMath>
                        </m:oMathPara>
                      </a14:m>
                      <a:endParaRPr kumimoji="1" lang="en-US" altLang="zh-TW" b="0" dirty="0"/>
                    </a:p>
                  </p:txBody>
                </p:sp>
              </mc:Choice>
              <mc:Fallback xmlns="">
                <p:sp>
                  <p:nvSpPr>
                    <p:cNvPr id="24" name="文字方塊 23">
                      <a:extLst>
                        <a:ext uri="{FF2B5EF4-FFF2-40B4-BE49-F238E27FC236}">
                          <a16:creationId xmlns:a16="http://schemas.microsoft.com/office/drawing/2014/main" id="{3BB0EF53-FB59-76D3-09D5-DEC9DCA92913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818096" y="1408672"/>
                      <a:ext cx="178959" cy="215444"/>
                    </a:xfrm>
                    <a:prstGeom prst="rect">
                      <a:avLst/>
                    </a:prstGeom>
                    <a:blipFill>
                      <a:blip r:embed="rId12"/>
                      <a:stretch>
                        <a:fillRect l="-20000" r="-6667" b="-5263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TW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grpSp>
            <p:nvGrpSpPr>
              <p:cNvPr id="25" name="群組 24">
                <a:extLst>
                  <a:ext uri="{FF2B5EF4-FFF2-40B4-BE49-F238E27FC236}">
                    <a16:creationId xmlns:a16="http://schemas.microsoft.com/office/drawing/2014/main" id="{8046CED5-A141-DCA0-06DC-04636979D5B9}"/>
                  </a:ext>
                </a:extLst>
              </p:cNvPr>
              <p:cNvGrpSpPr/>
              <p:nvPr/>
            </p:nvGrpSpPr>
            <p:grpSpPr>
              <a:xfrm>
                <a:off x="1728970" y="2123916"/>
                <a:ext cx="359596" cy="359596"/>
                <a:chOff x="714054" y="1356189"/>
                <a:chExt cx="359596" cy="359596"/>
              </a:xfrm>
            </p:grpSpPr>
            <p:sp>
              <p:nvSpPr>
                <p:cNvPr id="26" name="矩形 25">
                  <a:extLst>
                    <a:ext uri="{FF2B5EF4-FFF2-40B4-BE49-F238E27FC236}">
                      <a16:creationId xmlns:a16="http://schemas.microsoft.com/office/drawing/2014/main" id="{AA413BED-1230-6539-8774-DF0A4E33F454}"/>
                    </a:ext>
                  </a:extLst>
                </p:cNvPr>
                <p:cNvSpPr/>
                <p:nvPr/>
              </p:nvSpPr>
              <p:spPr>
                <a:xfrm>
                  <a:off x="714054" y="1356189"/>
                  <a:ext cx="359596" cy="359596"/>
                </a:xfrm>
                <a:prstGeom prst="rect">
                  <a:avLst/>
                </a:prstGeom>
                <a:solidFill>
                  <a:schemeClr val="accent6">
                    <a:lumMod val="20000"/>
                    <a:lumOff val="80000"/>
                  </a:schemeClr>
                </a:solidFill>
                <a:ln w="12700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TW" altLang="en-US"/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7" name="文字方塊 26">
                      <a:extLst>
                        <a:ext uri="{FF2B5EF4-FFF2-40B4-BE49-F238E27FC236}">
                          <a16:creationId xmlns:a16="http://schemas.microsoft.com/office/drawing/2014/main" id="{3C97232F-E1F5-A9D8-63CA-0F315257DF8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818096" y="1408672"/>
                      <a:ext cx="178959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kumimoji="1" lang="en-US" altLang="zh-TW" sz="1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1" lang="en-US" altLang="zh-TW" sz="1400" b="0" i="1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e>
                              <m:sub>
                                <m:r>
                                  <a:rPr kumimoji="1" lang="en-US" altLang="zh-TW" sz="1400" b="0" i="1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sub>
                            </m:sSub>
                          </m:oMath>
                        </m:oMathPara>
                      </a14:m>
                      <a:endParaRPr kumimoji="1" lang="en-US" altLang="zh-TW" b="0" dirty="0"/>
                    </a:p>
                  </p:txBody>
                </p:sp>
              </mc:Choice>
              <mc:Fallback xmlns="">
                <p:sp>
                  <p:nvSpPr>
                    <p:cNvPr id="27" name="文字方塊 26">
                      <a:extLst>
                        <a:ext uri="{FF2B5EF4-FFF2-40B4-BE49-F238E27FC236}">
                          <a16:creationId xmlns:a16="http://schemas.microsoft.com/office/drawing/2014/main" id="{3C97232F-E1F5-A9D8-63CA-0F315257DF87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818096" y="1408672"/>
                      <a:ext cx="178959" cy="215444"/>
                    </a:xfrm>
                    <a:prstGeom prst="rect">
                      <a:avLst/>
                    </a:prstGeom>
                    <a:blipFill>
                      <a:blip r:embed="rId13"/>
                      <a:stretch>
                        <a:fillRect l="-20000" r="-6667" b="-5263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TW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cxnSp>
            <p:nvCxnSpPr>
              <p:cNvPr id="29" name="直線接點 28">
                <a:extLst>
                  <a:ext uri="{FF2B5EF4-FFF2-40B4-BE49-F238E27FC236}">
                    <a16:creationId xmlns:a16="http://schemas.microsoft.com/office/drawing/2014/main" id="{6DA2D1F0-0549-85B2-3975-D91166D6CBC9}"/>
                  </a:ext>
                </a:extLst>
              </p:cNvPr>
              <p:cNvCxnSpPr>
                <a:stCxn id="6" idx="4"/>
                <a:endCxn id="17" idx="0"/>
              </p:cNvCxnSpPr>
              <p:nvPr/>
            </p:nvCxnSpPr>
            <p:spPr>
              <a:xfrm flipH="1">
                <a:off x="563327" y="1715785"/>
                <a:ext cx="330525" cy="408131"/>
              </a:xfrm>
              <a:prstGeom prst="line">
                <a:avLst/>
              </a:prstGeom>
              <a:ln w="12700">
                <a:solidFill>
                  <a:schemeClr val="bg2">
                    <a:lumMod val="75000"/>
                  </a:schemeClr>
                </a:solidFill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0" name="直線接點 29">
                <a:extLst>
                  <a:ext uri="{FF2B5EF4-FFF2-40B4-BE49-F238E27FC236}">
                    <a16:creationId xmlns:a16="http://schemas.microsoft.com/office/drawing/2014/main" id="{9F31D236-A671-9E55-DF51-456A207BE4AA}"/>
                  </a:ext>
                </a:extLst>
              </p:cNvPr>
              <p:cNvCxnSpPr>
                <a:cxnSpLocks/>
                <a:stCxn id="6" idx="4"/>
                <a:endCxn id="26" idx="0"/>
              </p:cNvCxnSpPr>
              <p:nvPr/>
            </p:nvCxnSpPr>
            <p:spPr>
              <a:xfrm>
                <a:off x="893852" y="1715785"/>
                <a:ext cx="1014916" cy="408131"/>
              </a:xfrm>
              <a:prstGeom prst="line">
                <a:avLst/>
              </a:prstGeom>
              <a:ln w="12700">
                <a:solidFill>
                  <a:schemeClr val="bg2">
                    <a:lumMod val="75000"/>
                  </a:schemeClr>
                </a:solidFill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4" name="直線接點 33">
                <a:extLst>
                  <a:ext uri="{FF2B5EF4-FFF2-40B4-BE49-F238E27FC236}">
                    <a16:creationId xmlns:a16="http://schemas.microsoft.com/office/drawing/2014/main" id="{BEDD1413-EFDF-D4C6-845E-A6B37FA4D2AC}"/>
                  </a:ext>
                </a:extLst>
              </p:cNvPr>
              <p:cNvCxnSpPr>
                <a:cxnSpLocks/>
                <a:stCxn id="6" idx="4"/>
                <a:endCxn id="23" idx="0"/>
              </p:cNvCxnSpPr>
              <p:nvPr/>
            </p:nvCxnSpPr>
            <p:spPr>
              <a:xfrm>
                <a:off x="893852" y="1715785"/>
                <a:ext cx="343166" cy="408131"/>
              </a:xfrm>
              <a:prstGeom prst="line">
                <a:avLst/>
              </a:prstGeom>
              <a:ln w="12700">
                <a:solidFill>
                  <a:schemeClr val="bg2">
                    <a:lumMod val="75000"/>
                  </a:schemeClr>
                </a:solidFill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7" name="直線接點 36">
                <a:extLst>
                  <a:ext uri="{FF2B5EF4-FFF2-40B4-BE49-F238E27FC236}">
                    <a16:creationId xmlns:a16="http://schemas.microsoft.com/office/drawing/2014/main" id="{B2760A52-49A8-DF78-673C-8580D7B3CF80}"/>
                  </a:ext>
                </a:extLst>
              </p:cNvPr>
              <p:cNvCxnSpPr>
                <a:cxnSpLocks/>
                <a:stCxn id="11" idx="4"/>
                <a:endCxn id="23" idx="0"/>
              </p:cNvCxnSpPr>
              <p:nvPr/>
            </p:nvCxnSpPr>
            <p:spPr>
              <a:xfrm flipH="1">
                <a:off x="1237018" y="1715785"/>
                <a:ext cx="312154" cy="408131"/>
              </a:xfrm>
              <a:prstGeom prst="line">
                <a:avLst/>
              </a:prstGeom>
              <a:ln w="12700">
                <a:solidFill>
                  <a:schemeClr val="bg2">
                    <a:lumMod val="75000"/>
                  </a:schemeClr>
                </a:solidFill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0" name="直線接點 39">
                <a:extLst>
                  <a:ext uri="{FF2B5EF4-FFF2-40B4-BE49-F238E27FC236}">
                    <a16:creationId xmlns:a16="http://schemas.microsoft.com/office/drawing/2014/main" id="{1945B488-A3BC-4D1C-74CC-5C4FFE41A4DE}"/>
                  </a:ext>
                </a:extLst>
              </p:cNvPr>
              <p:cNvCxnSpPr>
                <a:cxnSpLocks/>
                <a:stCxn id="11" idx="4"/>
                <a:endCxn id="20" idx="0"/>
              </p:cNvCxnSpPr>
              <p:nvPr/>
            </p:nvCxnSpPr>
            <p:spPr>
              <a:xfrm>
                <a:off x="1549172" y="1715785"/>
                <a:ext cx="1031346" cy="408131"/>
              </a:xfrm>
              <a:prstGeom prst="line">
                <a:avLst/>
              </a:prstGeom>
              <a:ln w="12700">
                <a:solidFill>
                  <a:schemeClr val="bg2">
                    <a:lumMod val="75000"/>
                  </a:schemeClr>
                </a:solidFill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3" name="直線接點 42">
                <a:extLst>
                  <a:ext uri="{FF2B5EF4-FFF2-40B4-BE49-F238E27FC236}">
                    <a16:creationId xmlns:a16="http://schemas.microsoft.com/office/drawing/2014/main" id="{621C5B45-FECB-F728-537C-0AEF51CE37E6}"/>
                  </a:ext>
                </a:extLst>
              </p:cNvPr>
              <p:cNvCxnSpPr>
                <a:cxnSpLocks/>
                <a:stCxn id="14" idx="4"/>
                <a:endCxn id="23" idx="0"/>
              </p:cNvCxnSpPr>
              <p:nvPr/>
            </p:nvCxnSpPr>
            <p:spPr>
              <a:xfrm flipH="1">
                <a:off x="1237018" y="1696192"/>
                <a:ext cx="967474" cy="427724"/>
              </a:xfrm>
              <a:prstGeom prst="line">
                <a:avLst/>
              </a:prstGeom>
              <a:ln w="12700">
                <a:solidFill>
                  <a:schemeClr val="bg2">
                    <a:lumMod val="75000"/>
                  </a:schemeClr>
                </a:solidFill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46" name="直線接點 45">
                <a:extLst>
                  <a:ext uri="{FF2B5EF4-FFF2-40B4-BE49-F238E27FC236}">
                    <a16:creationId xmlns:a16="http://schemas.microsoft.com/office/drawing/2014/main" id="{9C49ADC2-4816-D960-FEAF-59A478597BCF}"/>
                  </a:ext>
                </a:extLst>
              </p:cNvPr>
              <p:cNvCxnSpPr>
                <a:cxnSpLocks/>
                <a:stCxn id="14" idx="4"/>
                <a:endCxn id="20" idx="0"/>
              </p:cNvCxnSpPr>
              <p:nvPr/>
            </p:nvCxnSpPr>
            <p:spPr>
              <a:xfrm>
                <a:off x="2204492" y="1696192"/>
                <a:ext cx="376026" cy="427724"/>
              </a:xfrm>
              <a:prstGeom prst="line">
                <a:avLst/>
              </a:prstGeom>
              <a:ln w="12700">
                <a:solidFill>
                  <a:schemeClr val="bg2">
                    <a:lumMod val="75000"/>
                  </a:schemeClr>
                </a:solidFill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278" name="文字方塊 277">
              <a:extLst>
                <a:ext uri="{FF2B5EF4-FFF2-40B4-BE49-F238E27FC236}">
                  <a16:creationId xmlns:a16="http://schemas.microsoft.com/office/drawing/2014/main" id="{A8FF268D-D65B-3C2C-ACFE-342645538F5A}"/>
                </a:ext>
              </a:extLst>
            </p:cNvPr>
            <p:cNvSpPr txBox="1"/>
            <p:nvPr/>
          </p:nvSpPr>
          <p:spPr>
            <a:xfrm>
              <a:off x="781351" y="1005118"/>
              <a:ext cx="1552871" cy="2923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zh-TW" sz="1300" dirty="0">
                  <a:cs typeface="Times New Roman" panose="02020603050405020304" pitchFamily="18" charset="0"/>
                </a:rPr>
                <a:t>User-item Graph</a:t>
              </a:r>
              <a:endParaRPr kumimoji="1" lang="zh-TW" altLang="en-US" sz="1300">
                <a:cs typeface="Times New Roman" panose="02020603050405020304" pitchFamily="18" charset="0"/>
              </a:endParaRPr>
            </a:p>
          </p:txBody>
        </p:sp>
      </p:grpSp>
      <p:grpSp>
        <p:nvGrpSpPr>
          <p:cNvPr id="288" name="群組 287">
            <a:extLst>
              <a:ext uri="{FF2B5EF4-FFF2-40B4-BE49-F238E27FC236}">
                <a16:creationId xmlns:a16="http://schemas.microsoft.com/office/drawing/2014/main" id="{AC243A24-9858-789D-693C-A6BB3C6D112D}"/>
              </a:ext>
            </a:extLst>
          </p:cNvPr>
          <p:cNvGrpSpPr/>
          <p:nvPr/>
        </p:nvGrpSpPr>
        <p:grpSpPr>
          <a:xfrm>
            <a:off x="406532" y="3254175"/>
            <a:ext cx="1785879" cy="1946475"/>
            <a:chOff x="703465" y="3242486"/>
            <a:chExt cx="1785879" cy="1946475"/>
          </a:xfrm>
        </p:grpSpPr>
        <p:sp>
          <p:nvSpPr>
            <p:cNvPr id="285" name="圓角矩形 284">
              <a:extLst>
                <a:ext uri="{FF2B5EF4-FFF2-40B4-BE49-F238E27FC236}">
                  <a16:creationId xmlns:a16="http://schemas.microsoft.com/office/drawing/2014/main" id="{2132E904-D2FB-166C-1BF8-0DECD502935B}"/>
                </a:ext>
              </a:extLst>
            </p:cNvPr>
            <p:cNvSpPr/>
            <p:nvPr/>
          </p:nvSpPr>
          <p:spPr>
            <a:xfrm>
              <a:off x="703465" y="3242486"/>
              <a:ext cx="1785879" cy="1946475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  <a:prstDash val="dash"/>
            </a:ln>
          </p:spPr>
          <p:style>
            <a:lnRef idx="2">
              <a:schemeClr val="accent3"/>
            </a:lnRef>
            <a:fillRef idx="1">
              <a:schemeClr val="lt1"/>
            </a:fillRef>
            <a:effectRef idx="0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grpSp>
          <p:nvGrpSpPr>
            <p:cNvPr id="286" name="群組 285">
              <a:extLst>
                <a:ext uri="{FF2B5EF4-FFF2-40B4-BE49-F238E27FC236}">
                  <a16:creationId xmlns:a16="http://schemas.microsoft.com/office/drawing/2014/main" id="{F2BA3A5B-9A7E-0D11-A998-BC41FCF667A6}"/>
                </a:ext>
              </a:extLst>
            </p:cNvPr>
            <p:cNvGrpSpPr/>
            <p:nvPr/>
          </p:nvGrpSpPr>
          <p:grpSpPr>
            <a:xfrm>
              <a:off x="968055" y="3260723"/>
              <a:ext cx="1282046" cy="1776395"/>
              <a:chOff x="968055" y="3260723"/>
              <a:chExt cx="1282046" cy="1776395"/>
            </a:xfrm>
          </p:grpSpPr>
          <p:grpSp>
            <p:nvGrpSpPr>
              <p:cNvPr id="263" name="群組 262">
                <a:extLst>
                  <a:ext uri="{FF2B5EF4-FFF2-40B4-BE49-F238E27FC236}">
                    <a16:creationId xmlns:a16="http://schemas.microsoft.com/office/drawing/2014/main" id="{6768FCAD-948E-D721-FCB4-6472C7B3AA55}"/>
                  </a:ext>
                </a:extLst>
              </p:cNvPr>
              <p:cNvGrpSpPr/>
              <p:nvPr/>
            </p:nvGrpSpPr>
            <p:grpSpPr>
              <a:xfrm>
                <a:off x="968055" y="3622655"/>
                <a:ext cx="1282046" cy="1414463"/>
                <a:chOff x="521639" y="3147825"/>
                <a:chExt cx="1282046" cy="1414463"/>
              </a:xfrm>
            </p:grpSpPr>
            <p:grpSp>
              <p:nvGrpSpPr>
                <p:cNvPr id="52" name="群組 51">
                  <a:extLst>
                    <a:ext uri="{FF2B5EF4-FFF2-40B4-BE49-F238E27FC236}">
                      <a16:creationId xmlns:a16="http://schemas.microsoft.com/office/drawing/2014/main" id="{74E2541B-2A16-135F-E03E-EA4A25BFCFC5}"/>
                    </a:ext>
                  </a:extLst>
                </p:cNvPr>
                <p:cNvGrpSpPr/>
                <p:nvPr/>
              </p:nvGrpSpPr>
              <p:grpSpPr>
                <a:xfrm>
                  <a:off x="989212" y="3688045"/>
                  <a:ext cx="359596" cy="359596"/>
                  <a:chOff x="714054" y="1356189"/>
                  <a:chExt cx="359596" cy="359596"/>
                </a:xfrm>
              </p:grpSpPr>
              <p:sp>
                <p:nvSpPr>
                  <p:cNvPr id="53" name="矩形 52">
                    <a:extLst>
                      <a:ext uri="{FF2B5EF4-FFF2-40B4-BE49-F238E27FC236}">
                        <a16:creationId xmlns:a16="http://schemas.microsoft.com/office/drawing/2014/main" id="{DFA8966C-6C77-C203-3A9F-8B9F50B9C2F0}"/>
                      </a:ext>
                    </a:extLst>
                  </p:cNvPr>
                  <p:cNvSpPr/>
                  <p:nvPr/>
                </p:nvSpPr>
                <p:spPr>
                  <a:xfrm>
                    <a:off x="714054" y="1356189"/>
                    <a:ext cx="359596" cy="359596"/>
                  </a:xfrm>
                  <a:prstGeom prst="rect">
                    <a:avLst/>
                  </a:prstGeom>
                  <a:solidFill>
                    <a:schemeClr val="accent6">
                      <a:lumMod val="20000"/>
                      <a:lumOff val="80000"/>
                    </a:schemeClr>
                  </a:solidFill>
                  <a:ln w="12700">
                    <a:solidFill>
                      <a:schemeClr val="bg2">
                        <a:lumMod val="75000"/>
                      </a:schemeClr>
                    </a:solidFill>
                  </a:ln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kumimoji="1" lang="zh-TW" altLang="en-US"/>
                  </a:p>
                </p:txBody>
              </p: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54" name="文字方塊 53">
                        <a:extLst>
                          <a:ext uri="{FF2B5EF4-FFF2-40B4-BE49-F238E27FC236}">
                            <a16:creationId xmlns:a16="http://schemas.microsoft.com/office/drawing/2014/main" id="{9A69BA8C-57AD-28CD-3065-1AD62C929542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844342" y="1430499"/>
                        <a:ext cx="101887" cy="215444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lIns="0" tIns="0" rIns="0" bIns="0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r>
                                <a:rPr kumimoji="1" lang="en-US" altLang="zh-TW" sz="14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oMath>
                          </m:oMathPara>
                        </a14:m>
                        <a:endParaRPr kumimoji="1" lang="en-US" altLang="zh-TW" sz="1100" b="0" dirty="0"/>
                      </a:p>
                    </p:txBody>
                  </p:sp>
                </mc:Choice>
                <mc:Fallback xmlns="">
                  <p:sp>
                    <p:nvSpPr>
                      <p:cNvPr id="54" name="文字方塊 53">
                        <a:extLst>
                          <a:ext uri="{FF2B5EF4-FFF2-40B4-BE49-F238E27FC236}">
                            <a16:creationId xmlns:a16="http://schemas.microsoft.com/office/drawing/2014/main" id="{9A69BA8C-57AD-28CD-3065-1AD62C929542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844342" y="1430499"/>
                        <a:ext cx="101887" cy="215444"/>
                      </a:xfrm>
                      <a:prstGeom prst="rect">
                        <a:avLst/>
                      </a:prstGeom>
                      <a:blipFill>
                        <a:blip r:embed="rId14"/>
                        <a:stretch>
                          <a:fillRect l="-30000" r="-20000" b="-5556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zh-TW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grpSp>
              <p:nvGrpSpPr>
                <p:cNvPr id="63" name="群組 62">
                  <a:extLst>
                    <a:ext uri="{FF2B5EF4-FFF2-40B4-BE49-F238E27FC236}">
                      <a16:creationId xmlns:a16="http://schemas.microsoft.com/office/drawing/2014/main" id="{FC68AE9B-E546-DAFA-684C-117676D74A34}"/>
                    </a:ext>
                  </a:extLst>
                </p:cNvPr>
                <p:cNvGrpSpPr/>
                <p:nvPr/>
              </p:nvGrpSpPr>
              <p:grpSpPr>
                <a:xfrm>
                  <a:off x="521639" y="3147825"/>
                  <a:ext cx="408114" cy="359596"/>
                  <a:chOff x="714054" y="1356189"/>
                  <a:chExt cx="408114" cy="359596"/>
                </a:xfrm>
              </p:grpSpPr>
              <p:sp>
                <p:nvSpPr>
                  <p:cNvPr id="64" name="六邊形 63">
                    <a:extLst>
                      <a:ext uri="{FF2B5EF4-FFF2-40B4-BE49-F238E27FC236}">
                        <a16:creationId xmlns:a16="http://schemas.microsoft.com/office/drawing/2014/main" id="{3A7A1F51-8BF9-D328-076E-CB9D78F2EE74}"/>
                      </a:ext>
                    </a:extLst>
                  </p:cNvPr>
                  <p:cNvSpPr/>
                  <p:nvPr/>
                </p:nvSpPr>
                <p:spPr>
                  <a:xfrm>
                    <a:off x="714054" y="1356189"/>
                    <a:ext cx="408114" cy="359596"/>
                  </a:xfrm>
                  <a:prstGeom prst="hexagon">
                    <a:avLst/>
                  </a:prstGeom>
                  <a:solidFill>
                    <a:schemeClr val="accent4">
                      <a:lumMod val="20000"/>
                      <a:lumOff val="80000"/>
                    </a:schemeClr>
                  </a:solidFill>
                  <a:ln w="12700">
                    <a:solidFill>
                      <a:schemeClr val="bg2">
                        <a:lumMod val="75000"/>
                      </a:schemeClr>
                    </a:solidFill>
                  </a:ln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kumimoji="1" lang="zh-TW" altLang="en-US"/>
                  </a:p>
                </p:txBody>
              </p: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65" name="文字方塊 64">
                        <a:extLst>
                          <a:ext uri="{FF2B5EF4-FFF2-40B4-BE49-F238E27FC236}">
                            <a16:creationId xmlns:a16="http://schemas.microsoft.com/office/drawing/2014/main" id="{506EBF54-0480-9258-6B0B-7D975717DE5B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818096" y="1408672"/>
                        <a:ext cx="218072" cy="215444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lIns="0" tIns="0" rIns="0" bIns="0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kumimoji="1" lang="en-US" altLang="zh-TW" sz="1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zh-TW" sz="1400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kumimoji="1" lang="en-US" altLang="zh-TW" sz="14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kumimoji="1" lang="en-US" altLang="zh-TW" b="0" dirty="0"/>
                      </a:p>
                    </p:txBody>
                  </p:sp>
                </mc:Choice>
                <mc:Fallback xmlns="">
                  <p:sp>
                    <p:nvSpPr>
                      <p:cNvPr id="65" name="文字方塊 64">
                        <a:extLst>
                          <a:ext uri="{FF2B5EF4-FFF2-40B4-BE49-F238E27FC236}">
                            <a16:creationId xmlns:a16="http://schemas.microsoft.com/office/drawing/2014/main" id="{506EBF54-0480-9258-6B0B-7D975717DE5B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818096" y="1408672"/>
                        <a:ext cx="218072" cy="215444"/>
                      </a:xfrm>
                      <a:prstGeom prst="rect">
                        <a:avLst/>
                      </a:prstGeom>
                      <a:blipFill>
                        <a:blip r:embed="rId15"/>
                        <a:stretch>
                          <a:fillRect l="-5263" r="-5263" b="-11111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zh-TW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grpSp>
              <p:nvGrpSpPr>
                <p:cNvPr id="66" name="群組 65">
                  <a:extLst>
                    <a:ext uri="{FF2B5EF4-FFF2-40B4-BE49-F238E27FC236}">
                      <a16:creationId xmlns:a16="http://schemas.microsoft.com/office/drawing/2014/main" id="{F0F804B9-DBBE-A58D-CED2-F4F02A1D1469}"/>
                    </a:ext>
                  </a:extLst>
                </p:cNvPr>
                <p:cNvGrpSpPr/>
                <p:nvPr/>
              </p:nvGrpSpPr>
              <p:grpSpPr>
                <a:xfrm>
                  <a:off x="1393095" y="3151021"/>
                  <a:ext cx="408114" cy="359596"/>
                  <a:chOff x="714054" y="1356189"/>
                  <a:chExt cx="408114" cy="359596"/>
                </a:xfrm>
              </p:grpSpPr>
              <p:sp>
                <p:nvSpPr>
                  <p:cNvPr id="67" name="六邊形 66">
                    <a:extLst>
                      <a:ext uri="{FF2B5EF4-FFF2-40B4-BE49-F238E27FC236}">
                        <a16:creationId xmlns:a16="http://schemas.microsoft.com/office/drawing/2014/main" id="{EC792957-1C36-F6E6-2AB4-AFC8400E7FB6}"/>
                      </a:ext>
                    </a:extLst>
                  </p:cNvPr>
                  <p:cNvSpPr/>
                  <p:nvPr/>
                </p:nvSpPr>
                <p:spPr>
                  <a:xfrm>
                    <a:off x="714054" y="1356189"/>
                    <a:ext cx="408114" cy="359596"/>
                  </a:xfrm>
                  <a:prstGeom prst="hexagon">
                    <a:avLst/>
                  </a:prstGeom>
                  <a:solidFill>
                    <a:schemeClr val="accent4">
                      <a:lumMod val="20000"/>
                      <a:lumOff val="80000"/>
                    </a:schemeClr>
                  </a:solidFill>
                  <a:ln w="12700">
                    <a:solidFill>
                      <a:schemeClr val="bg2">
                        <a:lumMod val="75000"/>
                      </a:schemeClr>
                    </a:solidFill>
                  </a:ln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kumimoji="1" lang="zh-TW" altLang="en-US"/>
                  </a:p>
                </p:txBody>
              </p: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68" name="文字方塊 67">
                        <a:extLst>
                          <a:ext uri="{FF2B5EF4-FFF2-40B4-BE49-F238E27FC236}">
                            <a16:creationId xmlns:a16="http://schemas.microsoft.com/office/drawing/2014/main" id="{AF84DDB8-8902-0536-A305-6E954CE2C92F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818096" y="1408672"/>
                        <a:ext cx="222240" cy="215444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lIns="0" tIns="0" rIns="0" bIns="0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kumimoji="1" lang="en-US" altLang="zh-TW" sz="1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zh-TW" sz="1400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kumimoji="1" lang="en-US" altLang="zh-TW" sz="14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kumimoji="1" lang="en-US" altLang="zh-TW" b="0" dirty="0"/>
                      </a:p>
                    </p:txBody>
                  </p:sp>
                </mc:Choice>
                <mc:Fallback xmlns="">
                  <p:sp>
                    <p:nvSpPr>
                      <p:cNvPr id="68" name="文字方塊 67">
                        <a:extLst>
                          <a:ext uri="{FF2B5EF4-FFF2-40B4-BE49-F238E27FC236}">
                            <a16:creationId xmlns:a16="http://schemas.microsoft.com/office/drawing/2014/main" id="{AF84DDB8-8902-0536-A305-6E954CE2C92F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818096" y="1408672"/>
                        <a:ext cx="222240" cy="215444"/>
                      </a:xfrm>
                      <a:prstGeom prst="rect">
                        <a:avLst/>
                      </a:prstGeom>
                      <a:blipFill>
                        <a:blip r:embed="rId16"/>
                        <a:stretch>
                          <a:fillRect l="-10526" r="-5263" b="-11111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zh-TW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grpSp>
              <p:nvGrpSpPr>
                <p:cNvPr id="69" name="群組 68">
                  <a:extLst>
                    <a:ext uri="{FF2B5EF4-FFF2-40B4-BE49-F238E27FC236}">
                      <a16:creationId xmlns:a16="http://schemas.microsoft.com/office/drawing/2014/main" id="{D37AB8D2-CDCD-6B91-8BB3-5B04B883B794}"/>
                    </a:ext>
                  </a:extLst>
                </p:cNvPr>
                <p:cNvGrpSpPr/>
                <p:nvPr/>
              </p:nvGrpSpPr>
              <p:grpSpPr>
                <a:xfrm>
                  <a:off x="521639" y="4202692"/>
                  <a:ext cx="408114" cy="359596"/>
                  <a:chOff x="714054" y="1356189"/>
                  <a:chExt cx="408114" cy="359596"/>
                </a:xfrm>
              </p:grpSpPr>
              <p:sp>
                <p:nvSpPr>
                  <p:cNvPr id="70" name="六邊形 69">
                    <a:extLst>
                      <a:ext uri="{FF2B5EF4-FFF2-40B4-BE49-F238E27FC236}">
                        <a16:creationId xmlns:a16="http://schemas.microsoft.com/office/drawing/2014/main" id="{E02BE829-8C93-1E90-47C5-BACF7B9506AD}"/>
                      </a:ext>
                    </a:extLst>
                  </p:cNvPr>
                  <p:cNvSpPr/>
                  <p:nvPr/>
                </p:nvSpPr>
                <p:spPr>
                  <a:xfrm>
                    <a:off x="714054" y="1356189"/>
                    <a:ext cx="408114" cy="359596"/>
                  </a:xfrm>
                  <a:prstGeom prst="hexagon">
                    <a:avLst/>
                  </a:prstGeom>
                  <a:solidFill>
                    <a:schemeClr val="accent4">
                      <a:lumMod val="20000"/>
                      <a:lumOff val="80000"/>
                    </a:schemeClr>
                  </a:solidFill>
                  <a:ln w="12700">
                    <a:solidFill>
                      <a:schemeClr val="bg2">
                        <a:lumMod val="75000"/>
                      </a:schemeClr>
                    </a:solidFill>
                  </a:ln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kumimoji="1" lang="zh-TW" altLang="en-US"/>
                  </a:p>
                </p:txBody>
              </p: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71" name="文字方塊 70">
                        <a:extLst>
                          <a:ext uri="{FF2B5EF4-FFF2-40B4-BE49-F238E27FC236}">
                            <a16:creationId xmlns:a16="http://schemas.microsoft.com/office/drawing/2014/main" id="{4BC2FEA2-2757-96B9-EBFE-7B2BD234731A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818096" y="1408672"/>
                        <a:ext cx="222240" cy="215444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lIns="0" tIns="0" rIns="0" bIns="0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kumimoji="1" lang="en-US" altLang="zh-TW" sz="1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zh-TW" sz="1400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kumimoji="1" lang="en-US" altLang="zh-TW" sz="1400" b="0" i="1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kumimoji="1" lang="en-US" altLang="zh-TW" b="0" dirty="0"/>
                      </a:p>
                    </p:txBody>
                  </p:sp>
                </mc:Choice>
                <mc:Fallback xmlns="">
                  <p:sp>
                    <p:nvSpPr>
                      <p:cNvPr id="71" name="文字方塊 70">
                        <a:extLst>
                          <a:ext uri="{FF2B5EF4-FFF2-40B4-BE49-F238E27FC236}">
                            <a16:creationId xmlns:a16="http://schemas.microsoft.com/office/drawing/2014/main" id="{4BC2FEA2-2757-96B9-EBFE-7B2BD234731A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818096" y="1408672"/>
                        <a:ext cx="222240" cy="215444"/>
                      </a:xfrm>
                      <a:prstGeom prst="rect">
                        <a:avLst/>
                      </a:prstGeom>
                      <a:blipFill>
                        <a:blip r:embed="rId17"/>
                        <a:stretch>
                          <a:fillRect l="-5263" r="-5263" b="-11111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zh-TW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grpSp>
              <p:nvGrpSpPr>
                <p:cNvPr id="72" name="群組 71">
                  <a:extLst>
                    <a:ext uri="{FF2B5EF4-FFF2-40B4-BE49-F238E27FC236}">
                      <a16:creationId xmlns:a16="http://schemas.microsoft.com/office/drawing/2014/main" id="{DA96DE94-7FE7-D45D-F4BA-8B45C3AAC9AD}"/>
                    </a:ext>
                  </a:extLst>
                </p:cNvPr>
                <p:cNvGrpSpPr/>
                <p:nvPr/>
              </p:nvGrpSpPr>
              <p:grpSpPr>
                <a:xfrm>
                  <a:off x="1395571" y="4202692"/>
                  <a:ext cx="408114" cy="359596"/>
                  <a:chOff x="714054" y="1356189"/>
                  <a:chExt cx="408114" cy="359596"/>
                </a:xfrm>
              </p:grpSpPr>
              <p:sp>
                <p:nvSpPr>
                  <p:cNvPr id="73" name="六邊形 72">
                    <a:extLst>
                      <a:ext uri="{FF2B5EF4-FFF2-40B4-BE49-F238E27FC236}">
                        <a16:creationId xmlns:a16="http://schemas.microsoft.com/office/drawing/2014/main" id="{A387B4BA-A03A-9E79-6601-DA479DEA0079}"/>
                      </a:ext>
                    </a:extLst>
                  </p:cNvPr>
                  <p:cNvSpPr/>
                  <p:nvPr/>
                </p:nvSpPr>
                <p:spPr>
                  <a:xfrm>
                    <a:off x="714054" y="1356189"/>
                    <a:ext cx="408114" cy="359596"/>
                  </a:xfrm>
                  <a:prstGeom prst="hexagon">
                    <a:avLst/>
                  </a:prstGeom>
                  <a:solidFill>
                    <a:schemeClr val="accent4">
                      <a:lumMod val="20000"/>
                      <a:lumOff val="80000"/>
                    </a:schemeClr>
                  </a:solidFill>
                  <a:ln w="12700">
                    <a:solidFill>
                      <a:schemeClr val="bg2">
                        <a:lumMod val="75000"/>
                      </a:schemeClr>
                    </a:solidFill>
                  </a:ln>
                </p:spPr>
                <p:style>
                  <a:lnRef idx="2">
                    <a:schemeClr val="dk1"/>
                  </a:lnRef>
                  <a:fillRef idx="1">
                    <a:schemeClr val="lt1"/>
                  </a:fillRef>
                  <a:effectRef idx="0">
                    <a:schemeClr val="dk1"/>
                  </a:effectRef>
                  <a:fontRef idx="minor">
                    <a:schemeClr val="dk1"/>
                  </a:fontRef>
                </p:style>
                <p:txBody>
                  <a:bodyPr rtlCol="0" anchor="ctr"/>
                  <a:lstStyle/>
                  <a:p>
                    <a:pPr algn="ctr"/>
                    <a:endParaRPr kumimoji="1" lang="zh-TW" altLang="en-US"/>
                  </a:p>
                </p:txBody>
              </p: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74" name="文字方塊 73">
                        <a:extLst>
                          <a:ext uri="{FF2B5EF4-FFF2-40B4-BE49-F238E27FC236}">
                            <a16:creationId xmlns:a16="http://schemas.microsoft.com/office/drawing/2014/main" id="{B6986ADE-DB32-22C2-E59C-F1A4301EDE11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818096" y="1408672"/>
                        <a:ext cx="222240" cy="215444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lIns="0" tIns="0" rIns="0" bIns="0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kumimoji="1" lang="en-US" altLang="zh-TW" sz="1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zh-TW" sz="1400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kumimoji="1" lang="en-US" altLang="zh-TW" sz="1400" b="0" i="1" smtClean="0"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kumimoji="1" lang="en-US" altLang="zh-TW" b="0" dirty="0"/>
                      </a:p>
                    </p:txBody>
                  </p:sp>
                </mc:Choice>
                <mc:Fallback xmlns="">
                  <p:sp>
                    <p:nvSpPr>
                      <p:cNvPr id="74" name="文字方塊 73">
                        <a:extLst>
                          <a:ext uri="{FF2B5EF4-FFF2-40B4-BE49-F238E27FC236}">
                            <a16:creationId xmlns:a16="http://schemas.microsoft.com/office/drawing/2014/main" id="{B6986ADE-DB32-22C2-E59C-F1A4301EDE11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818096" y="1408672"/>
                        <a:ext cx="222240" cy="215444"/>
                      </a:xfrm>
                      <a:prstGeom prst="rect">
                        <a:avLst/>
                      </a:prstGeom>
                      <a:blipFill>
                        <a:blip r:embed="rId18"/>
                        <a:stretch>
                          <a:fillRect l="-16667" r="-5556" b="-11111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zh-TW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cxnSp>
              <p:nvCxnSpPr>
                <p:cNvPr id="75" name="直線接點 74">
                  <a:extLst>
                    <a:ext uri="{FF2B5EF4-FFF2-40B4-BE49-F238E27FC236}">
                      <a16:creationId xmlns:a16="http://schemas.microsoft.com/office/drawing/2014/main" id="{0DBFD31F-49D0-6186-8B8C-49ACDC6ED4C0}"/>
                    </a:ext>
                  </a:extLst>
                </p:cNvPr>
                <p:cNvCxnSpPr>
                  <a:cxnSpLocks/>
                  <a:endCxn id="64" idx="1"/>
                </p:cNvCxnSpPr>
                <p:nvPr/>
              </p:nvCxnSpPr>
              <p:spPr>
                <a:xfrm flipH="1" flipV="1">
                  <a:off x="839854" y="3507421"/>
                  <a:ext cx="149358" cy="177428"/>
                </a:xfrm>
                <a:prstGeom prst="line">
                  <a:avLst/>
                </a:prstGeom>
                <a:ln w="12700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79" name="直線接點 78">
                  <a:extLst>
                    <a:ext uri="{FF2B5EF4-FFF2-40B4-BE49-F238E27FC236}">
                      <a16:creationId xmlns:a16="http://schemas.microsoft.com/office/drawing/2014/main" id="{ECA8DD47-8890-D0CB-4E4A-845B81A518C6}"/>
                    </a:ext>
                  </a:extLst>
                </p:cNvPr>
                <p:cNvCxnSpPr>
                  <a:cxnSpLocks/>
                  <a:endCxn id="67" idx="2"/>
                </p:cNvCxnSpPr>
                <p:nvPr/>
              </p:nvCxnSpPr>
              <p:spPr>
                <a:xfrm flipV="1">
                  <a:off x="1332461" y="3510617"/>
                  <a:ext cx="150533" cy="177428"/>
                </a:xfrm>
                <a:prstGeom prst="line">
                  <a:avLst/>
                </a:prstGeom>
                <a:ln w="12700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84" name="直線接點 83">
                  <a:extLst>
                    <a:ext uri="{FF2B5EF4-FFF2-40B4-BE49-F238E27FC236}">
                      <a16:creationId xmlns:a16="http://schemas.microsoft.com/office/drawing/2014/main" id="{55F4A9E5-46E5-8C42-C197-5FF5E516F228}"/>
                    </a:ext>
                  </a:extLst>
                </p:cNvPr>
                <p:cNvCxnSpPr>
                  <a:cxnSpLocks/>
                  <a:endCxn id="70" idx="5"/>
                </p:cNvCxnSpPr>
                <p:nvPr/>
              </p:nvCxnSpPr>
              <p:spPr>
                <a:xfrm flipH="1">
                  <a:off x="839854" y="4050837"/>
                  <a:ext cx="155830" cy="151855"/>
                </a:xfrm>
                <a:prstGeom prst="line">
                  <a:avLst/>
                </a:prstGeom>
                <a:ln w="12700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87" name="直線接點 86">
                  <a:extLst>
                    <a:ext uri="{FF2B5EF4-FFF2-40B4-BE49-F238E27FC236}">
                      <a16:creationId xmlns:a16="http://schemas.microsoft.com/office/drawing/2014/main" id="{FA984244-512E-DB05-6477-B98918CC0415}"/>
                    </a:ext>
                  </a:extLst>
                </p:cNvPr>
                <p:cNvCxnSpPr>
                  <a:cxnSpLocks/>
                  <a:endCxn id="73" idx="4"/>
                </p:cNvCxnSpPr>
                <p:nvPr/>
              </p:nvCxnSpPr>
              <p:spPr>
                <a:xfrm>
                  <a:off x="1340221" y="4047641"/>
                  <a:ext cx="145249" cy="155051"/>
                </a:xfrm>
                <a:prstGeom prst="line">
                  <a:avLst/>
                </a:prstGeom>
                <a:ln w="12700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279" name="文字方塊 278">
                <a:extLst>
                  <a:ext uri="{FF2B5EF4-FFF2-40B4-BE49-F238E27FC236}">
                    <a16:creationId xmlns:a16="http://schemas.microsoft.com/office/drawing/2014/main" id="{66438F25-53B4-4023-1B13-7C401D42EC53}"/>
                  </a:ext>
                </a:extLst>
              </p:cNvPr>
              <p:cNvSpPr txBox="1"/>
              <p:nvPr/>
            </p:nvSpPr>
            <p:spPr>
              <a:xfrm>
                <a:off x="968055" y="3260723"/>
                <a:ext cx="1279569" cy="2923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en-US" altLang="zh-TW" sz="1300" dirty="0">
                    <a:cs typeface="Times New Roman" panose="02020603050405020304" pitchFamily="18" charset="0"/>
                  </a:rPr>
                  <a:t>Aspect KG</a:t>
                </a:r>
                <a:endParaRPr kumimoji="1" lang="zh-TW" altLang="en-US" sz="1300" dirty="0">
                  <a:cs typeface="Times New Roman" panose="02020603050405020304" pitchFamily="18" charset="0"/>
                </a:endParaRPr>
              </a:p>
            </p:txBody>
          </p:sp>
        </p:grpSp>
      </p:grpSp>
      <p:grpSp>
        <p:nvGrpSpPr>
          <p:cNvPr id="294" name="群組 293">
            <a:extLst>
              <a:ext uri="{FF2B5EF4-FFF2-40B4-BE49-F238E27FC236}">
                <a16:creationId xmlns:a16="http://schemas.microsoft.com/office/drawing/2014/main" id="{DF8FDB5E-1BF8-D997-282F-CB90200D36B4}"/>
              </a:ext>
            </a:extLst>
          </p:cNvPr>
          <p:cNvGrpSpPr/>
          <p:nvPr/>
        </p:nvGrpSpPr>
        <p:grpSpPr>
          <a:xfrm>
            <a:off x="3577480" y="2938001"/>
            <a:ext cx="1066831" cy="481819"/>
            <a:chOff x="5319042" y="1368542"/>
            <a:chExt cx="1066831" cy="481819"/>
          </a:xfrm>
          <a:solidFill>
            <a:srgbClr val="BBEFE1"/>
          </a:solidFill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5" name="文字方塊 294">
                  <a:extLst>
                    <a:ext uri="{FF2B5EF4-FFF2-40B4-BE49-F238E27FC236}">
                      <a16:creationId xmlns:a16="http://schemas.microsoft.com/office/drawing/2014/main" id="{D6501738-29E7-C804-812F-AD19DB24BD5F}"/>
                    </a:ext>
                  </a:extLst>
                </p:cNvPr>
                <p:cNvSpPr txBox="1"/>
                <p:nvPr/>
              </p:nvSpPr>
              <p:spPr>
                <a:xfrm>
                  <a:off x="5327635" y="1368542"/>
                  <a:ext cx="1058238" cy="276999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kumimoji="1" lang="en-US" altLang="zh-TW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TW" sz="14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kumimoji="1" lang="en-US" altLang="zh-TW" sz="1400" b="0" i="1" smtClean="0">
                              <a:latin typeface="Cambria Math" panose="02040503050406030204" pitchFamily="18" charset="0"/>
                            </a:rPr>
                            <m:t>𝑔𝑙𝑜</m:t>
                          </m:r>
                        </m:sub>
                      </m:sSub>
                    </m:oMath>
                  </a14:m>
                  <a:r>
                    <a:rPr kumimoji="1" lang="en-US" altLang="zh-TW" b="0" dirty="0"/>
                    <a:t> </a:t>
                  </a:r>
                </a:p>
              </p:txBody>
            </p:sp>
          </mc:Choice>
          <mc:Fallback xmlns="">
            <p:sp>
              <p:nvSpPr>
                <p:cNvPr id="295" name="文字方塊 294">
                  <a:extLst>
                    <a:ext uri="{FF2B5EF4-FFF2-40B4-BE49-F238E27FC236}">
                      <a16:creationId xmlns:a16="http://schemas.microsoft.com/office/drawing/2014/main" id="{D6501738-29E7-C804-812F-AD19DB24BD5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27635" y="1368542"/>
                  <a:ext cx="1058238" cy="276999"/>
                </a:xfrm>
                <a:prstGeom prst="rect">
                  <a:avLst/>
                </a:prstGeom>
                <a:blipFill>
                  <a:blip r:embed="rId19"/>
                  <a:stretch>
                    <a:fillRect l="-4762" b="-22727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296" name="群組 295">
              <a:extLst>
                <a:ext uri="{FF2B5EF4-FFF2-40B4-BE49-F238E27FC236}">
                  <a16:creationId xmlns:a16="http://schemas.microsoft.com/office/drawing/2014/main" id="{91E88ED4-A31A-233E-8B80-BA24DC95A7DB}"/>
                </a:ext>
              </a:extLst>
            </p:cNvPr>
            <p:cNvGrpSpPr/>
            <p:nvPr/>
          </p:nvGrpSpPr>
          <p:grpSpPr>
            <a:xfrm>
              <a:off x="5319042" y="1670567"/>
              <a:ext cx="720000" cy="179794"/>
              <a:chOff x="5319042" y="1670567"/>
              <a:chExt cx="720000" cy="179794"/>
            </a:xfrm>
            <a:grpFill/>
          </p:grpSpPr>
          <p:sp>
            <p:nvSpPr>
              <p:cNvPr id="297" name="矩形 296">
                <a:extLst>
                  <a:ext uri="{FF2B5EF4-FFF2-40B4-BE49-F238E27FC236}">
                    <a16:creationId xmlns:a16="http://schemas.microsoft.com/office/drawing/2014/main" id="{91D35DAD-872A-DD79-4A80-7D720EAB91A1}"/>
                  </a:ext>
                </a:extLst>
              </p:cNvPr>
              <p:cNvSpPr/>
              <p:nvPr/>
            </p:nvSpPr>
            <p:spPr>
              <a:xfrm>
                <a:off x="5319042" y="1670567"/>
                <a:ext cx="720000" cy="179794"/>
              </a:xfrm>
              <a:prstGeom prst="rect">
                <a:avLst/>
              </a:prstGeom>
              <a:solidFill>
                <a:srgbClr val="E0F3F1"/>
              </a:solidFill>
              <a:ln w="12700"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kumimoji="1" lang="zh-TW" altLang="en-US"/>
              </a:p>
            </p:txBody>
          </p:sp>
          <p:cxnSp>
            <p:nvCxnSpPr>
              <p:cNvPr id="298" name="直線接點 297">
                <a:extLst>
                  <a:ext uri="{FF2B5EF4-FFF2-40B4-BE49-F238E27FC236}">
                    <a16:creationId xmlns:a16="http://schemas.microsoft.com/office/drawing/2014/main" id="{0EA014F5-6820-A2A7-1B16-AB353E45D912}"/>
                  </a:ext>
                </a:extLst>
              </p:cNvPr>
              <p:cNvCxnSpPr>
                <a:cxnSpLocks/>
                <a:stCxn id="297" idx="0"/>
                <a:endCxn id="297" idx="2"/>
              </p:cNvCxnSpPr>
              <p:nvPr/>
            </p:nvCxnSpPr>
            <p:spPr>
              <a:xfrm>
                <a:off x="5679042" y="1670567"/>
                <a:ext cx="0" cy="179794"/>
              </a:xfrm>
              <a:prstGeom prst="line">
                <a:avLst/>
              </a:prstGeom>
              <a:grpFill/>
              <a:ln w="12700">
                <a:solidFill>
                  <a:schemeClr val="bg2">
                    <a:lumMod val="75000"/>
                  </a:schemeClr>
                </a:solidFill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99" name="直線接點 298">
                <a:extLst>
                  <a:ext uri="{FF2B5EF4-FFF2-40B4-BE49-F238E27FC236}">
                    <a16:creationId xmlns:a16="http://schemas.microsoft.com/office/drawing/2014/main" id="{96FAFA07-A136-A9CE-21FD-24E66281607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859795" y="1670567"/>
                <a:ext cx="0" cy="179794"/>
              </a:xfrm>
              <a:prstGeom prst="line">
                <a:avLst/>
              </a:prstGeom>
              <a:grpFill/>
              <a:ln w="12700">
                <a:solidFill>
                  <a:schemeClr val="bg2">
                    <a:lumMod val="75000"/>
                  </a:schemeClr>
                </a:solidFill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00" name="直線接點 299">
                <a:extLst>
                  <a:ext uri="{FF2B5EF4-FFF2-40B4-BE49-F238E27FC236}">
                    <a16:creationId xmlns:a16="http://schemas.microsoft.com/office/drawing/2014/main" id="{8AFCEA43-590F-6FCA-D1B0-1CC8653E271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499349" y="1670567"/>
                <a:ext cx="0" cy="179794"/>
              </a:xfrm>
              <a:prstGeom prst="line">
                <a:avLst/>
              </a:prstGeom>
              <a:grpFill/>
              <a:ln w="12700">
                <a:solidFill>
                  <a:schemeClr val="bg2">
                    <a:lumMod val="75000"/>
                  </a:schemeClr>
                </a:solidFill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cxnSp>
        <p:nvCxnSpPr>
          <p:cNvPr id="305" name="直線箭頭接點 304">
            <a:extLst>
              <a:ext uri="{FF2B5EF4-FFF2-40B4-BE49-F238E27FC236}">
                <a16:creationId xmlns:a16="http://schemas.microsoft.com/office/drawing/2014/main" id="{E49C9599-9B24-9960-3E61-0508D12581B1}"/>
              </a:ext>
            </a:extLst>
          </p:cNvPr>
          <p:cNvCxnSpPr>
            <a:cxnSpLocks/>
          </p:cNvCxnSpPr>
          <p:nvPr/>
        </p:nvCxnSpPr>
        <p:spPr>
          <a:xfrm>
            <a:off x="2190220" y="4193384"/>
            <a:ext cx="624180" cy="0"/>
          </a:xfrm>
          <a:prstGeom prst="straightConnector1">
            <a:avLst/>
          </a:prstGeom>
          <a:ln w="12700">
            <a:solidFill>
              <a:schemeClr val="bg2">
                <a:lumMod val="75000"/>
              </a:schemeClr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6" name="直線箭頭接點 305">
            <a:extLst>
              <a:ext uri="{FF2B5EF4-FFF2-40B4-BE49-F238E27FC236}">
                <a16:creationId xmlns:a16="http://schemas.microsoft.com/office/drawing/2014/main" id="{313D2515-648F-5447-D305-861E6FEDC168}"/>
              </a:ext>
            </a:extLst>
          </p:cNvPr>
          <p:cNvCxnSpPr>
            <a:cxnSpLocks/>
          </p:cNvCxnSpPr>
          <p:nvPr/>
        </p:nvCxnSpPr>
        <p:spPr>
          <a:xfrm>
            <a:off x="3951855" y="3468540"/>
            <a:ext cx="3258" cy="433731"/>
          </a:xfrm>
          <a:prstGeom prst="straightConnector1">
            <a:avLst/>
          </a:prstGeom>
          <a:ln w="12700">
            <a:solidFill>
              <a:schemeClr val="bg2">
                <a:lumMod val="75000"/>
              </a:schemeClr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9" name="直線箭頭接點 308">
            <a:extLst>
              <a:ext uri="{FF2B5EF4-FFF2-40B4-BE49-F238E27FC236}">
                <a16:creationId xmlns:a16="http://schemas.microsoft.com/office/drawing/2014/main" id="{1C58761B-06B9-FB27-AD1E-C5D9FACD146D}"/>
              </a:ext>
            </a:extLst>
          </p:cNvPr>
          <p:cNvCxnSpPr>
            <a:cxnSpLocks/>
          </p:cNvCxnSpPr>
          <p:nvPr/>
        </p:nvCxnSpPr>
        <p:spPr>
          <a:xfrm>
            <a:off x="4362136" y="4193038"/>
            <a:ext cx="624180" cy="0"/>
          </a:xfrm>
          <a:prstGeom prst="straightConnector1">
            <a:avLst/>
          </a:prstGeom>
          <a:ln w="12700">
            <a:solidFill>
              <a:schemeClr val="bg2">
                <a:lumMod val="75000"/>
              </a:schemeClr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10" name="文字方塊 309">
            <a:extLst>
              <a:ext uri="{FF2B5EF4-FFF2-40B4-BE49-F238E27FC236}">
                <a16:creationId xmlns:a16="http://schemas.microsoft.com/office/drawing/2014/main" id="{6EEE4068-DB4E-9C26-3FA0-F2C6D639C081}"/>
              </a:ext>
            </a:extLst>
          </p:cNvPr>
          <p:cNvSpPr txBox="1"/>
          <p:nvPr/>
        </p:nvSpPr>
        <p:spPr>
          <a:xfrm>
            <a:off x="2719838" y="3184880"/>
            <a:ext cx="97968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200" dirty="0">
                <a:cs typeface="Times New Roman" panose="02020603050405020304" pitchFamily="18" charset="0"/>
              </a:rPr>
              <a:t>Lookup</a:t>
            </a:r>
            <a:endParaRPr kumimoji="1" lang="zh-TW" altLang="en-US" sz="1200" dirty="0">
              <a:cs typeface="Times New Roman" panose="02020603050405020304" pitchFamily="18" charset="0"/>
            </a:endParaRPr>
          </a:p>
        </p:txBody>
      </p:sp>
      <p:grpSp>
        <p:nvGrpSpPr>
          <p:cNvPr id="311" name="群組 310">
            <a:extLst>
              <a:ext uri="{FF2B5EF4-FFF2-40B4-BE49-F238E27FC236}">
                <a16:creationId xmlns:a16="http://schemas.microsoft.com/office/drawing/2014/main" id="{C930065A-E960-851C-6F4B-8316DFC20572}"/>
              </a:ext>
            </a:extLst>
          </p:cNvPr>
          <p:cNvGrpSpPr/>
          <p:nvPr/>
        </p:nvGrpSpPr>
        <p:grpSpPr>
          <a:xfrm>
            <a:off x="6738490" y="3082043"/>
            <a:ext cx="1024977" cy="508713"/>
            <a:chOff x="3715421" y="1624998"/>
            <a:chExt cx="1024977" cy="508713"/>
          </a:xfrm>
        </p:grpSpPr>
        <p:sp>
          <p:nvSpPr>
            <p:cNvPr id="312" name="圓角矩形 311">
              <a:extLst>
                <a:ext uri="{FF2B5EF4-FFF2-40B4-BE49-F238E27FC236}">
                  <a16:creationId xmlns:a16="http://schemas.microsoft.com/office/drawing/2014/main" id="{03C77A0C-39E9-E5A4-7287-B85693871734}"/>
                </a:ext>
              </a:extLst>
            </p:cNvPr>
            <p:cNvSpPr/>
            <p:nvPr/>
          </p:nvSpPr>
          <p:spPr>
            <a:xfrm>
              <a:off x="3759934" y="1624998"/>
              <a:ext cx="917475" cy="508713"/>
            </a:xfrm>
            <a:prstGeom prst="round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>
              <a:solidFill>
                <a:schemeClr val="accent2">
                  <a:lumMod val="60000"/>
                  <a:lumOff val="40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>
                <a:solidFill>
                  <a:srgbClr val="C00000"/>
                </a:solidFill>
              </a:endParaRPr>
            </a:p>
          </p:txBody>
        </p:sp>
        <p:sp>
          <p:nvSpPr>
            <p:cNvPr id="313" name="文字方塊 312">
              <a:extLst>
                <a:ext uri="{FF2B5EF4-FFF2-40B4-BE49-F238E27FC236}">
                  <a16:creationId xmlns:a16="http://schemas.microsoft.com/office/drawing/2014/main" id="{B7BA20D6-8C3C-5C40-3994-7D18B7EA117B}"/>
                </a:ext>
              </a:extLst>
            </p:cNvPr>
            <p:cNvSpPr txBox="1"/>
            <p:nvPr/>
          </p:nvSpPr>
          <p:spPr>
            <a:xfrm>
              <a:off x="3715421" y="1658569"/>
              <a:ext cx="1024977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zh-TW" sz="1200" dirty="0">
                  <a:cs typeface="Times New Roman" panose="02020603050405020304" pitchFamily="18" charset="0"/>
                </a:rPr>
                <a:t>Item </a:t>
              </a:r>
            </a:p>
            <a:p>
              <a:pPr algn="ctr"/>
              <a:r>
                <a:rPr kumimoji="1" lang="en-US" altLang="zh-TW" sz="1200" dirty="0">
                  <a:cs typeface="Times New Roman" panose="02020603050405020304" pitchFamily="18" charset="0"/>
                </a:rPr>
                <a:t>Fusion </a:t>
              </a:r>
              <a:r>
                <a:rPr lang="en" altLang="zh-TW" sz="1200" b="0" i="0" dirty="0">
                  <a:solidFill>
                    <a:srgbClr val="1F2328"/>
                  </a:solidFill>
                  <a:effectLst/>
                  <a:latin typeface="Mona Sans VF"/>
                </a:rPr>
                <a:t>Gate</a:t>
              </a:r>
              <a:endParaRPr kumimoji="1" lang="zh-TW" altLang="en-US" sz="1200" dirty="0">
                <a:cs typeface="Times New Roman" panose="02020603050405020304" pitchFamily="18" charset="0"/>
              </a:endParaRPr>
            </a:p>
          </p:txBody>
        </p:sp>
      </p:grpSp>
      <p:cxnSp>
        <p:nvCxnSpPr>
          <p:cNvPr id="317" name="肘形接點 316">
            <a:extLst>
              <a:ext uri="{FF2B5EF4-FFF2-40B4-BE49-F238E27FC236}">
                <a16:creationId xmlns:a16="http://schemas.microsoft.com/office/drawing/2014/main" id="{28D32DD9-FC65-2952-BC85-728A4761E5BE}"/>
              </a:ext>
            </a:extLst>
          </p:cNvPr>
          <p:cNvCxnSpPr>
            <a:cxnSpLocks/>
          </p:cNvCxnSpPr>
          <p:nvPr/>
        </p:nvCxnSpPr>
        <p:spPr>
          <a:xfrm rot="16200000" flipH="1">
            <a:off x="5819558" y="2323003"/>
            <a:ext cx="938906" cy="811473"/>
          </a:xfrm>
          <a:prstGeom prst="bentConnector3">
            <a:avLst>
              <a:gd name="adj1" fmla="val 100048"/>
            </a:avLst>
          </a:prstGeom>
          <a:ln>
            <a:solidFill>
              <a:schemeClr val="bg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8" name="肘形接點 327">
            <a:extLst>
              <a:ext uri="{FF2B5EF4-FFF2-40B4-BE49-F238E27FC236}">
                <a16:creationId xmlns:a16="http://schemas.microsoft.com/office/drawing/2014/main" id="{41B88881-2259-C1DC-99FB-53982823F9C8}"/>
              </a:ext>
            </a:extLst>
          </p:cNvPr>
          <p:cNvCxnSpPr>
            <a:cxnSpLocks/>
            <a:stCxn id="141" idx="3"/>
          </p:cNvCxnSpPr>
          <p:nvPr/>
        </p:nvCxnSpPr>
        <p:spPr>
          <a:xfrm>
            <a:off x="5976204" y="1725783"/>
            <a:ext cx="743075" cy="350420"/>
          </a:xfrm>
          <a:prstGeom prst="bentConnector3">
            <a:avLst>
              <a:gd name="adj1" fmla="val 50000"/>
            </a:avLst>
          </a:prstGeom>
          <a:ln>
            <a:solidFill>
              <a:schemeClr val="bg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62" name="群組 361">
            <a:extLst>
              <a:ext uri="{FF2B5EF4-FFF2-40B4-BE49-F238E27FC236}">
                <a16:creationId xmlns:a16="http://schemas.microsoft.com/office/drawing/2014/main" id="{BB7F42DD-C4A8-72BC-BF10-B443FF8E0B0D}"/>
              </a:ext>
            </a:extLst>
          </p:cNvPr>
          <p:cNvGrpSpPr/>
          <p:nvPr/>
        </p:nvGrpSpPr>
        <p:grpSpPr>
          <a:xfrm>
            <a:off x="8274070" y="1852311"/>
            <a:ext cx="720000" cy="454914"/>
            <a:chOff x="5319042" y="1395447"/>
            <a:chExt cx="720000" cy="454914"/>
          </a:xfrm>
          <a:solidFill>
            <a:srgbClr val="B7B5E1"/>
          </a:solidFill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3" name="文字方塊 362">
                  <a:extLst>
                    <a:ext uri="{FF2B5EF4-FFF2-40B4-BE49-F238E27FC236}">
                      <a16:creationId xmlns:a16="http://schemas.microsoft.com/office/drawing/2014/main" id="{B8564E75-E969-4058-51B5-1CD65821F2EF}"/>
                    </a:ext>
                  </a:extLst>
                </p:cNvPr>
                <p:cNvSpPr txBox="1"/>
                <p:nvPr/>
              </p:nvSpPr>
              <p:spPr>
                <a:xfrm>
                  <a:off x="5319042" y="1395447"/>
                  <a:ext cx="343427" cy="23269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zh-TW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zh-TW" sz="1400" b="0" i="1" smtClean="0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kumimoji="1" lang="en-US" altLang="zh-TW" sz="1400" b="0" i="1" smtClean="0">
                                <a:latin typeface="Cambria Math" panose="02040503050406030204" pitchFamily="18" charset="0"/>
                              </a:rPr>
                              <m:t>𝑓𝑖𝑛𝑎𝑙</m:t>
                            </m:r>
                          </m:sub>
                        </m:sSub>
                      </m:oMath>
                    </m:oMathPara>
                  </a14:m>
                  <a:endParaRPr kumimoji="1" lang="en-US" altLang="zh-TW" b="0" dirty="0"/>
                </a:p>
              </p:txBody>
            </p:sp>
          </mc:Choice>
          <mc:Fallback xmlns="">
            <p:sp>
              <p:nvSpPr>
                <p:cNvPr id="363" name="文字方塊 362">
                  <a:extLst>
                    <a:ext uri="{FF2B5EF4-FFF2-40B4-BE49-F238E27FC236}">
                      <a16:creationId xmlns:a16="http://schemas.microsoft.com/office/drawing/2014/main" id="{B8564E75-E969-4058-51B5-1CD65821F2E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19042" y="1395447"/>
                  <a:ext cx="343427" cy="232692"/>
                </a:xfrm>
                <a:prstGeom prst="rect">
                  <a:avLst/>
                </a:prstGeom>
                <a:blipFill>
                  <a:blip r:embed="rId20"/>
                  <a:stretch>
                    <a:fillRect l="-10714" r="-39286" b="-2000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364" name="群組 363">
              <a:extLst>
                <a:ext uri="{FF2B5EF4-FFF2-40B4-BE49-F238E27FC236}">
                  <a16:creationId xmlns:a16="http://schemas.microsoft.com/office/drawing/2014/main" id="{876D64D7-7C1B-D2ED-82C9-DEB5CA14FCAD}"/>
                </a:ext>
              </a:extLst>
            </p:cNvPr>
            <p:cNvGrpSpPr/>
            <p:nvPr/>
          </p:nvGrpSpPr>
          <p:grpSpPr>
            <a:xfrm>
              <a:off x="5319042" y="1670567"/>
              <a:ext cx="720000" cy="179794"/>
              <a:chOff x="5319042" y="1670567"/>
              <a:chExt cx="720000" cy="179794"/>
            </a:xfrm>
            <a:grpFill/>
          </p:grpSpPr>
          <p:sp>
            <p:nvSpPr>
              <p:cNvPr id="365" name="矩形 364">
                <a:extLst>
                  <a:ext uri="{FF2B5EF4-FFF2-40B4-BE49-F238E27FC236}">
                    <a16:creationId xmlns:a16="http://schemas.microsoft.com/office/drawing/2014/main" id="{B84CE1D9-E1DA-BA59-315E-C76B2FF0251C}"/>
                  </a:ext>
                </a:extLst>
              </p:cNvPr>
              <p:cNvSpPr/>
              <p:nvPr/>
            </p:nvSpPr>
            <p:spPr>
              <a:xfrm>
                <a:off x="5319042" y="1670567"/>
                <a:ext cx="720000" cy="179794"/>
              </a:xfrm>
              <a:prstGeom prst="rect">
                <a:avLst/>
              </a:prstGeom>
              <a:solidFill>
                <a:srgbClr val="D7DCF8"/>
              </a:solidFill>
              <a:ln w="12700"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kumimoji="1" lang="zh-TW" altLang="en-US"/>
              </a:p>
            </p:txBody>
          </p:sp>
          <p:cxnSp>
            <p:nvCxnSpPr>
              <p:cNvPr id="366" name="直線接點 365">
                <a:extLst>
                  <a:ext uri="{FF2B5EF4-FFF2-40B4-BE49-F238E27FC236}">
                    <a16:creationId xmlns:a16="http://schemas.microsoft.com/office/drawing/2014/main" id="{33048342-F7B2-C8CB-1FBD-D7F937486874}"/>
                  </a:ext>
                </a:extLst>
              </p:cNvPr>
              <p:cNvCxnSpPr>
                <a:cxnSpLocks/>
                <a:stCxn id="365" idx="0"/>
                <a:endCxn id="365" idx="2"/>
              </p:cNvCxnSpPr>
              <p:nvPr/>
            </p:nvCxnSpPr>
            <p:spPr>
              <a:xfrm>
                <a:off x="5679042" y="1670567"/>
                <a:ext cx="0" cy="179794"/>
              </a:xfrm>
              <a:prstGeom prst="line">
                <a:avLst/>
              </a:prstGeom>
              <a:grpFill/>
              <a:ln w="12700">
                <a:solidFill>
                  <a:schemeClr val="bg2">
                    <a:lumMod val="75000"/>
                  </a:schemeClr>
                </a:solidFill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67" name="直線接點 366">
                <a:extLst>
                  <a:ext uri="{FF2B5EF4-FFF2-40B4-BE49-F238E27FC236}">
                    <a16:creationId xmlns:a16="http://schemas.microsoft.com/office/drawing/2014/main" id="{A2672D1D-B2FF-C630-F5AB-936ACFC217D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859795" y="1670567"/>
                <a:ext cx="0" cy="179794"/>
              </a:xfrm>
              <a:prstGeom prst="line">
                <a:avLst/>
              </a:prstGeom>
              <a:grpFill/>
              <a:ln w="12700">
                <a:solidFill>
                  <a:schemeClr val="bg2">
                    <a:lumMod val="75000"/>
                  </a:schemeClr>
                </a:solidFill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68" name="直線接點 367">
                <a:extLst>
                  <a:ext uri="{FF2B5EF4-FFF2-40B4-BE49-F238E27FC236}">
                    <a16:creationId xmlns:a16="http://schemas.microsoft.com/office/drawing/2014/main" id="{E92FFDD0-A739-9BCC-8873-1E48C8BC736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499349" y="1670567"/>
                <a:ext cx="0" cy="179794"/>
              </a:xfrm>
              <a:prstGeom prst="line">
                <a:avLst/>
              </a:prstGeom>
              <a:grpFill/>
              <a:ln w="12700">
                <a:solidFill>
                  <a:schemeClr val="bg2">
                    <a:lumMod val="75000"/>
                  </a:schemeClr>
                </a:solidFill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cxnSp>
        <p:nvCxnSpPr>
          <p:cNvPr id="369" name="直線箭頭接點 368">
            <a:extLst>
              <a:ext uri="{FF2B5EF4-FFF2-40B4-BE49-F238E27FC236}">
                <a16:creationId xmlns:a16="http://schemas.microsoft.com/office/drawing/2014/main" id="{B73A3277-16E7-FAE9-8333-9F3C9802F7DF}"/>
              </a:ext>
            </a:extLst>
          </p:cNvPr>
          <p:cNvCxnSpPr>
            <a:cxnSpLocks/>
          </p:cNvCxnSpPr>
          <p:nvPr/>
        </p:nvCxnSpPr>
        <p:spPr>
          <a:xfrm>
            <a:off x="7687416" y="2205025"/>
            <a:ext cx="444062" cy="0"/>
          </a:xfrm>
          <a:prstGeom prst="straightConnector1">
            <a:avLst/>
          </a:prstGeom>
          <a:ln w="12700">
            <a:solidFill>
              <a:schemeClr val="bg2">
                <a:lumMod val="75000"/>
              </a:schemeClr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371" name="群組 370">
            <a:extLst>
              <a:ext uri="{FF2B5EF4-FFF2-40B4-BE49-F238E27FC236}">
                <a16:creationId xmlns:a16="http://schemas.microsoft.com/office/drawing/2014/main" id="{AEEABB1C-B099-AE00-6E29-C3C480915A43}"/>
              </a:ext>
            </a:extLst>
          </p:cNvPr>
          <p:cNvGrpSpPr/>
          <p:nvPr/>
        </p:nvGrpSpPr>
        <p:grpSpPr>
          <a:xfrm>
            <a:off x="8294388" y="2996859"/>
            <a:ext cx="720000" cy="454914"/>
            <a:chOff x="5319042" y="1395447"/>
            <a:chExt cx="720000" cy="454914"/>
          </a:xfrm>
          <a:solidFill>
            <a:srgbClr val="B7B5E1"/>
          </a:solidFill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2" name="文字方塊 371">
                  <a:extLst>
                    <a:ext uri="{FF2B5EF4-FFF2-40B4-BE49-F238E27FC236}">
                      <a16:creationId xmlns:a16="http://schemas.microsoft.com/office/drawing/2014/main" id="{51E5015F-A1D8-FB92-A81C-7E33221046C1}"/>
                    </a:ext>
                  </a:extLst>
                </p:cNvPr>
                <p:cNvSpPr txBox="1"/>
                <p:nvPr/>
              </p:nvSpPr>
              <p:spPr>
                <a:xfrm>
                  <a:off x="5319042" y="1395447"/>
                  <a:ext cx="343427" cy="23269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zh-TW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zh-TW" sz="14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b>
                            <m:r>
                              <a:rPr kumimoji="1" lang="en-US" altLang="zh-TW" sz="1400" b="0" i="1" smtClean="0">
                                <a:latin typeface="Cambria Math" panose="02040503050406030204" pitchFamily="18" charset="0"/>
                              </a:rPr>
                              <m:t>𝑓𝑖𝑛𝑎𝑙</m:t>
                            </m:r>
                          </m:sub>
                        </m:sSub>
                      </m:oMath>
                    </m:oMathPara>
                  </a14:m>
                  <a:endParaRPr kumimoji="1" lang="en-US" altLang="zh-TW" b="0" dirty="0"/>
                </a:p>
              </p:txBody>
            </p:sp>
          </mc:Choice>
          <mc:Fallback xmlns="">
            <p:sp>
              <p:nvSpPr>
                <p:cNvPr id="372" name="文字方塊 371">
                  <a:extLst>
                    <a:ext uri="{FF2B5EF4-FFF2-40B4-BE49-F238E27FC236}">
                      <a16:creationId xmlns:a16="http://schemas.microsoft.com/office/drawing/2014/main" id="{51E5015F-A1D8-FB92-A81C-7E33221046C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19042" y="1395447"/>
                  <a:ext cx="343427" cy="232692"/>
                </a:xfrm>
                <a:prstGeom prst="rect">
                  <a:avLst/>
                </a:prstGeom>
                <a:blipFill>
                  <a:blip r:embed="rId21"/>
                  <a:stretch>
                    <a:fillRect l="-17857" r="-25000" b="-21053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373" name="群組 372">
              <a:extLst>
                <a:ext uri="{FF2B5EF4-FFF2-40B4-BE49-F238E27FC236}">
                  <a16:creationId xmlns:a16="http://schemas.microsoft.com/office/drawing/2014/main" id="{33B0E6E3-56A8-EB74-16AC-98FDD2F44812}"/>
                </a:ext>
              </a:extLst>
            </p:cNvPr>
            <p:cNvGrpSpPr/>
            <p:nvPr/>
          </p:nvGrpSpPr>
          <p:grpSpPr>
            <a:xfrm>
              <a:off x="5319042" y="1670567"/>
              <a:ext cx="720000" cy="179794"/>
              <a:chOff x="5319042" y="1670567"/>
              <a:chExt cx="720000" cy="179794"/>
            </a:xfrm>
            <a:grpFill/>
          </p:grpSpPr>
          <p:sp>
            <p:nvSpPr>
              <p:cNvPr id="374" name="矩形 373">
                <a:extLst>
                  <a:ext uri="{FF2B5EF4-FFF2-40B4-BE49-F238E27FC236}">
                    <a16:creationId xmlns:a16="http://schemas.microsoft.com/office/drawing/2014/main" id="{8935BCB3-03D5-4938-5903-76DF1D76C459}"/>
                  </a:ext>
                </a:extLst>
              </p:cNvPr>
              <p:cNvSpPr/>
              <p:nvPr/>
            </p:nvSpPr>
            <p:spPr>
              <a:xfrm>
                <a:off x="5319042" y="1670567"/>
                <a:ext cx="720000" cy="179794"/>
              </a:xfrm>
              <a:prstGeom prst="rect">
                <a:avLst/>
              </a:prstGeom>
              <a:solidFill>
                <a:srgbClr val="D7F3EC"/>
              </a:solidFill>
              <a:ln w="12700"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kumimoji="1" lang="zh-TW" altLang="en-US"/>
              </a:p>
            </p:txBody>
          </p:sp>
          <p:cxnSp>
            <p:nvCxnSpPr>
              <p:cNvPr id="375" name="直線接點 374">
                <a:extLst>
                  <a:ext uri="{FF2B5EF4-FFF2-40B4-BE49-F238E27FC236}">
                    <a16:creationId xmlns:a16="http://schemas.microsoft.com/office/drawing/2014/main" id="{27475FB2-3671-3885-C1D3-B47D8EC3EFF1}"/>
                  </a:ext>
                </a:extLst>
              </p:cNvPr>
              <p:cNvCxnSpPr>
                <a:cxnSpLocks/>
                <a:stCxn id="374" idx="0"/>
                <a:endCxn id="374" idx="2"/>
              </p:cNvCxnSpPr>
              <p:nvPr/>
            </p:nvCxnSpPr>
            <p:spPr>
              <a:xfrm>
                <a:off x="5679042" y="1670567"/>
                <a:ext cx="0" cy="179794"/>
              </a:xfrm>
              <a:prstGeom prst="line">
                <a:avLst/>
              </a:prstGeom>
              <a:grpFill/>
              <a:ln w="12700">
                <a:solidFill>
                  <a:schemeClr val="bg2">
                    <a:lumMod val="75000"/>
                  </a:schemeClr>
                </a:solidFill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76" name="直線接點 375">
                <a:extLst>
                  <a:ext uri="{FF2B5EF4-FFF2-40B4-BE49-F238E27FC236}">
                    <a16:creationId xmlns:a16="http://schemas.microsoft.com/office/drawing/2014/main" id="{27316BFA-505F-CDD7-91BA-1680A655E1C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859795" y="1670567"/>
                <a:ext cx="0" cy="179794"/>
              </a:xfrm>
              <a:prstGeom prst="line">
                <a:avLst/>
              </a:prstGeom>
              <a:grpFill/>
              <a:ln w="12700">
                <a:solidFill>
                  <a:schemeClr val="bg2">
                    <a:lumMod val="75000"/>
                  </a:schemeClr>
                </a:solidFill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77" name="直線接點 376">
                <a:extLst>
                  <a:ext uri="{FF2B5EF4-FFF2-40B4-BE49-F238E27FC236}">
                    <a16:creationId xmlns:a16="http://schemas.microsoft.com/office/drawing/2014/main" id="{82417D69-3B8B-AA97-ECB3-2A05610A14B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499349" y="1670567"/>
                <a:ext cx="0" cy="179794"/>
              </a:xfrm>
              <a:prstGeom prst="line">
                <a:avLst/>
              </a:prstGeom>
              <a:grpFill/>
              <a:ln w="12700">
                <a:solidFill>
                  <a:schemeClr val="bg2">
                    <a:lumMod val="75000"/>
                  </a:schemeClr>
                </a:solidFill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cxnSp>
        <p:nvCxnSpPr>
          <p:cNvPr id="378" name="直線箭頭接點 377">
            <a:extLst>
              <a:ext uri="{FF2B5EF4-FFF2-40B4-BE49-F238E27FC236}">
                <a16:creationId xmlns:a16="http://schemas.microsoft.com/office/drawing/2014/main" id="{495883D9-CB92-AFC6-8DE9-6605F1518FA9}"/>
              </a:ext>
            </a:extLst>
          </p:cNvPr>
          <p:cNvCxnSpPr>
            <a:cxnSpLocks/>
          </p:cNvCxnSpPr>
          <p:nvPr/>
        </p:nvCxnSpPr>
        <p:spPr>
          <a:xfrm>
            <a:off x="7707734" y="3349573"/>
            <a:ext cx="444062" cy="0"/>
          </a:xfrm>
          <a:prstGeom prst="straightConnector1">
            <a:avLst/>
          </a:prstGeom>
          <a:ln w="12700">
            <a:solidFill>
              <a:schemeClr val="bg2">
                <a:lumMod val="75000"/>
              </a:schemeClr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9" name="直線箭頭接點 388">
            <a:extLst>
              <a:ext uri="{FF2B5EF4-FFF2-40B4-BE49-F238E27FC236}">
                <a16:creationId xmlns:a16="http://schemas.microsoft.com/office/drawing/2014/main" id="{CB682C3C-0E80-D724-C11A-9A4712BD0606}"/>
              </a:ext>
            </a:extLst>
          </p:cNvPr>
          <p:cNvCxnSpPr>
            <a:cxnSpLocks/>
            <a:stCxn id="374" idx="3"/>
          </p:cNvCxnSpPr>
          <p:nvPr/>
        </p:nvCxnSpPr>
        <p:spPr>
          <a:xfrm flipV="1">
            <a:off x="9014388" y="3010080"/>
            <a:ext cx="636959" cy="351796"/>
          </a:xfrm>
          <a:prstGeom prst="straightConnector1">
            <a:avLst/>
          </a:prstGeom>
          <a:ln w="12700">
            <a:solidFill>
              <a:schemeClr val="bg2">
                <a:lumMod val="75000"/>
              </a:schemeClr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409" name="群組 408">
            <a:extLst>
              <a:ext uri="{FF2B5EF4-FFF2-40B4-BE49-F238E27FC236}">
                <a16:creationId xmlns:a16="http://schemas.microsoft.com/office/drawing/2014/main" id="{419EEDEB-9773-6559-5E9A-1203CE770B8B}"/>
              </a:ext>
            </a:extLst>
          </p:cNvPr>
          <p:cNvGrpSpPr/>
          <p:nvPr/>
        </p:nvGrpSpPr>
        <p:grpSpPr>
          <a:xfrm>
            <a:off x="9594010" y="2513252"/>
            <a:ext cx="1058238" cy="427725"/>
            <a:chOff x="3679949" y="1705986"/>
            <a:chExt cx="1058238" cy="427725"/>
          </a:xfrm>
        </p:grpSpPr>
        <p:sp>
          <p:nvSpPr>
            <p:cNvPr id="410" name="圓角矩形 409">
              <a:extLst>
                <a:ext uri="{FF2B5EF4-FFF2-40B4-BE49-F238E27FC236}">
                  <a16:creationId xmlns:a16="http://schemas.microsoft.com/office/drawing/2014/main" id="{FDE036BA-0E1F-8B78-1E2D-A30C4877CA72}"/>
                </a:ext>
              </a:extLst>
            </p:cNvPr>
            <p:cNvSpPr/>
            <p:nvPr/>
          </p:nvSpPr>
          <p:spPr>
            <a:xfrm>
              <a:off x="3789575" y="1705986"/>
              <a:ext cx="838985" cy="427725"/>
            </a:xfrm>
            <a:prstGeom prst="roundRect">
              <a:avLst/>
            </a:prstGeom>
            <a:ln w="12700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411" name="文字方塊 410">
              <a:extLst>
                <a:ext uri="{FF2B5EF4-FFF2-40B4-BE49-F238E27FC236}">
                  <a16:creationId xmlns:a16="http://schemas.microsoft.com/office/drawing/2014/main" id="{A3F21986-54F7-17AE-A08F-DC3197E47C7F}"/>
                </a:ext>
              </a:extLst>
            </p:cNvPr>
            <p:cNvSpPr txBox="1"/>
            <p:nvPr/>
          </p:nvSpPr>
          <p:spPr>
            <a:xfrm>
              <a:off x="3679949" y="1781350"/>
              <a:ext cx="105823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zh-TW" sz="1200" dirty="0">
                  <a:cs typeface="Times New Roman" panose="02020603050405020304" pitchFamily="18" charset="0"/>
                </a:rPr>
                <a:t>Score</a:t>
              </a:r>
              <a:endParaRPr kumimoji="1" lang="zh-TW" altLang="en-US" sz="1200">
                <a:cs typeface="Times New Roman" panose="02020603050405020304" pitchFamily="18" charset="0"/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25" name="文字方塊 424">
                <a:extLst>
                  <a:ext uri="{FF2B5EF4-FFF2-40B4-BE49-F238E27FC236}">
                    <a16:creationId xmlns:a16="http://schemas.microsoft.com/office/drawing/2014/main" id="{CB58CD49-0798-FDF8-80C1-EE3D815B672F}"/>
                  </a:ext>
                </a:extLst>
              </p:cNvPr>
              <p:cNvSpPr txBox="1"/>
              <p:nvPr/>
            </p:nvSpPr>
            <p:spPr>
              <a:xfrm>
                <a:off x="9749754" y="3013528"/>
                <a:ext cx="1693348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kumimoji="1" lang="en-US" altLang="zh-TW" sz="1200" b="0" i="1" smtClean="0">
                          <a:latin typeface="Cambria Math" panose="02040503050406030204" pitchFamily="18" charset="0"/>
                        </a:rPr>
                        <m:t>y</m:t>
                      </m:r>
                      <m:r>
                        <a:rPr kumimoji="1" lang="en-US" altLang="zh-TW" sz="12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kumimoji="1" lang="en-US" altLang="zh-TW" sz="1200" b="0" i="1" smtClean="0">
                          <a:latin typeface="Cambria Math" panose="02040503050406030204" pitchFamily="18" charset="0"/>
                        </a:rPr>
                        <m:t>u</m:t>
                      </m:r>
                      <m:r>
                        <a:rPr kumimoji="1" lang="en-US" altLang="zh-TW" sz="1200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m:rPr>
                          <m:sty m:val="p"/>
                        </m:rPr>
                        <a:rPr kumimoji="1" lang="en-US" altLang="zh-TW" sz="1200" b="0" i="1" smtClean="0">
                          <a:latin typeface="Cambria Math" panose="02040503050406030204" pitchFamily="18" charset="0"/>
                        </a:rPr>
                        <m:t>i</m:t>
                      </m:r>
                      <m:r>
                        <a:rPr kumimoji="1" lang="en-US" altLang="zh-TW" sz="1200" b="0" i="1" smtClean="0">
                          <a:latin typeface="Cambria Math" panose="02040503050406030204" pitchFamily="18" charset="0"/>
                        </a:rPr>
                        <m:t>) = ⟨</m:t>
                      </m:r>
                      <m:r>
                        <m:rPr>
                          <m:sty m:val="p"/>
                        </m:rPr>
                        <a:rPr kumimoji="1" lang="en-US" altLang="zh-TW" sz="1200" b="0" i="1" smtClean="0">
                          <a:latin typeface="Cambria Math" panose="02040503050406030204" pitchFamily="18" charset="0"/>
                        </a:rPr>
                        <m:t>u</m:t>
                      </m:r>
                      <m:r>
                        <a:rPr kumimoji="1" lang="en-US" altLang="zh-TW" sz="1200" b="0" i="1" smtClean="0">
                          <a:latin typeface="Cambria Math" panose="02040503050406030204" pitchFamily="18" charset="0"/>
                        </a:rPr>
                        <m:t>_</m:t>
                      </m:r>
                      <m:r>
                        <m:rPr>
                          <m:sty m:val="p"/>
                        </m:rPr>
                        <a:rPr kumimoji="1" lang="en-US" altLang="zh-TW" sz="1200" b="0" i="1" smtClean="0">
                          <a:latin typeface="Cambria Math" panose="02040503050406030204" pitchFamily="18" charset="0"/>
                        </a:rPr>
                        <m:t>final</m:t>
                      </m:r>
                      <m:r>
                        <a:rPr kumimoji="1" lang="en-US" altLang="zh-TW" sz="1200" b="0" i="1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sty m:val="p"/>
                        </m:rPr>
                        <a:rPr kumimoji="1" lang="en-US" altLang="zh-TW" sz="1200" b="0" i="1" smtClean="0">
                          <a:latin typeface="Cambria Math" panose="02040503050406030204" pitchFamily="18" charset="0"/>
                        </a:rPr>
                        <m:t>i</m:t>
                      </m:r>
                      <m:r>
                        <a:rPr kumimoji="1" lang="en-US" altLang="zh-TW" sz="1200" b="0" i="1" smtClean="0">
                          <a:latin typeface="Cambria Math" panose="02040503050406030204" pitchFamily="18" charset="0"/>
                        </a:rPr>
                        <m:t>_</m:t>
                      </m:r>
                      <m:r>
                        <m:rPr>
                          <m:sty m:val="p"/>
                        </m:rPr>
                        <a:rPr kumimoji="1" lang="en-US" altLang="zh-TW" sz="1200" b="0" i="1" smtClean="0">
                          <a:latin typeface="Cambria Math" panose="02040503050406030204" pitchFamily="18" charset="0"/>
                        </a:rPr>
                        <m:t>final</m:t>
                      </m:r>
                      <m:r>
                        <a:rPr kumimoji="1" lang="en-US" altLang="zh-TW" sz="1200" b="0" i="1" smtClean="0">
                          <a:latin typeface="Cambria Math" panose="02040503050406030204" pitchFamily="18" charset="0"/>
                        </a:rPr>
                        <m:t>⟩</m:t>
                      </m:r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425" name="文字方塊 424">
                <a:extLst>
                  <a:ext uri="{FF2B5EF4-FFF2-40B4-BE49-F238E27FC236}">
                    <a16:creationId xmlns:a16="http://schemas.microsoft.com/office/drawing/2014/main" id="{CB58CD49-0798-FDF8-80C1-EE3D815B67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49754" y="3013528"/>
                <a:ext cx="1693348" cy="184666"/>
              </a:xfrm>
              <a:prstGeom prst="rect">
                <a:avLst/>
              </a:prstGeom>
              <a:blipFill>
                <a:blip r:embed="rId22"/>
                <a:stretch>
                  <a:fillRect l="-2239" t="-25000" r="-6716" b="-375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26" name="文字方塊 425">
            <a:extLst>
              <a:ext uri="{FF2B5EF4-FFF2-40B4-BE49-F238E27FC236}">
                <a16:creationId xmlns:a16="http://schemas.microsoft.com/office/drawing/2014/main" id="{E57B5212-9A9E-3359-DB1A-19304E9B8580}"/>
              </a:ext>
            </a:extLst>
          </p:cNvPr>
          <p:cNvSpPr txBox="1"/>
          <p:nvPr/>
        </p:nvSpPr>
        <p:spPr>
          <a:xfrm>
            <a:off x="6747297" y="4054213"/>
            <a:ext cx="97968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200" dirty="0">
                <a:solidFill>
                  <a:schemeClr val="accent2">
                    <a:lumMod val="60000"/>
                    <a:lumOff val="40000"/>
                  </a:schemeClr>
                </a:solidFill>
                <a:cs typeface="Times New Roman" panose="02020603050405020304" pitchFamily="18" charset="0"/>
              </a:rPr>
              <a:t>bias = +5</a:t>
            </a:r>
            <a:endParaRPr kumimoji="1" lang="zh-TW" altLang="en-US" sz="1200" dirty="0">
              <a:solidFill>
                <a:schemeClr val="accent2">
                  <a:lumMod val="60000"/>
                  <a:lumOff val="40000"/>
                </a:schemeClr>
              </a:solidFill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141205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矩形 394">
            <a:extLst>
              <a:ext uri="{FF2B5EF4-FFF2-40B4-BE49-F238E27FC236}">
                <a16:creationId xmlns:a16="http://schemas.microsoft.com/office/drawing/2014/main" id="{CB17406A-6F93-028E-41FF-3A65F6615E76}"/>
              </a:ext>
            </a:extLst>
          </p:cNvPr>
          <p:cNvSpPr/>
          <p:nvPr/>
        </p:nvSpPr>
        <p:spPr>
          <a:xfrm>
            <a:off x="8740275" y="722398"/>
            <a:ext cx="2506063" cy="3658846"/>
          </a:xfrm>
          <a:prstGeom prst="rect">
            <a:avLst/>
          </a:prstGeom>
          <a:solidFill>
            <a:schemeClr val="bg1"/>
          </a:solidFill>
          <a:ln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74" name="矩形 373">
            <a:extLst>
              <a:ext uri="{FF2B5EF4-FFF2-40B4-BE49-F238E27FC236}">
                <a16:creationId xmlns:a16="http://schemas.microsoft.com/office/drawing/2014/main" id="{C79C9992-698D-75A4-6342-C4F719EBF26E}"/>
              </a:ext>
            </a:extLst>
          </p:cNvPr>
          <p:cNvSpPr/>
          <p:nvPr/>
        </p:nvSpPr>
        <p:spPr>
          <a:xfrm>
            <a:off x="2774198" y="1507591"/>
            <a:ext cx="1973212" cy="2118230"/>
          </a:xfrm>
          <a:prstGeom prst="rect">
            <a:avLst/>
          </a:prstGeom>
          <a:solidFill>
            <a:schemeClr val="bg1"/>
          </a:solidFill>
          <a:ln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sp>
        <p:nvSpPr>
          <p:cNvPr id="373" name="矩形 372">
            <a:extLst>
              <a:ext uri="{FF2B5EF4-FFF2-40B4-BE49-F238E27FC236}">
                <a16:creationId xmlns:a16="http://schemas.microsoft.com/office/drawing/2014/main" id="{F4F74393-3F40-B5E5-9A6E-4A3181E9F6AE}"/>
              </a:ext>
            </a:extLst>
          </p:cNvPr>
          <p:cNvSpPr/>
          <p:nvPr/>
        </p:nvSpPr>
        <p:spPr>
          <a:xfrm>
            <a:off x="265727" y="1507591"/>
            <a:ext cx="1973212" cy="2118230"/>
          </a:xfrm>
          <a:prstGeom prst="rect">
            <a:avLst/>
          </a:prstGeom>
          <a:solidFill>
            <a:schemeClr val="bg1"/>
          </a:solidFill>
          <a:ln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26" name="文字方塊 325">
                <a:extLst>
                  <a:ext uri="{FF2B5EF4-FFF2-40B4-BE49-F238E27FC236}">
                    <a16:creationId xmlns:a16="http://schemas.microsoft.com/office/drawing/2014/main" id="{EE54E8BC-6885-7E84-31CF-B08DBF25455F}"/>
                  </a:ext>
                </a:extLst>
              </p:cNvPr>
              <p:cNvSpPr txBox="1"/>
              <p:nvPr/>
            </p:nvSpPr>
            <p:spPr>
              <a:xfrm>
                <a:off x="274506" y="1590273"/>
                <a:ext cx="1947510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en-US" altLang="zh-TW" sz="1400" dirty="0">
                    <a:cs typeface="Times New Roman" panose="02020603050405020304" pitchFamily="18" charset="0"/>
                  </a:rPr>
                  <a:t>1. Item–Aspect </a:t>
                </a:r>
                <a14:m>
                  <m:oMath xmlns:m="http://schemas.openxmlformats.org/officeDocument/2006/math">
                    <m:r>
                      <a:rPr kumimoji="1" lang="en-US" altLang="zh-TW" sz="140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𝑀</m:t>
                    </m:r>
                  </m:oMath>
                </a14:m>
                <a:endParaRPr kumimoji="1" lang="zh-TW" altLang="en-US" sz="1400"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326" name="文字方塊 325">
                <a:extLst>
                  <a:ext uri="{FF2B5EF4-FFF2-40B4-BE49-F238E27FC236}">
                    <a16:creationId xmlns:a16="http://schemas.microsoft.com/office/drawing/2014/main" id="{EE54E8BC-6885-7E84-31CF-B08DBF2545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4506" y="1590273"/>
                <a:ext cx="1947510" cy="307777"/>
              </a:xfrm>
              <a:prstGeom prst="rect">
                <a:avLst/>
              </a:prstGeom>
              <a:blipFill>
                <a:blip r:embed="rId3"/>
                <a:stretch>
                  <a:fillRect t="-4000" b="-20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3" name="群組 62">
            <a:extLst>
              <a:ext uri="{FF2B5EF4-FFF2-40B4-BE49-F238E27FC236}">
                <a16:creationId xmlns:a16="http://schemas.microsoft.com/office/drawing/2014/main" id="{1F53510F-8791-069A-B1BC-CA693C275DBF}"/>
              </a:ext>
            </a:extLst>
          </p:cNvPr>
          <p:cNvGrpSpPr/>
          <p:nvPr/>
        </p:nvGrpSpPr>
        <p:grpSpPr>
          <a:xfrm>
            <a:off x="605718" y="2116707"/>
            <a:ext cx="1434130" cy="1080000"/>
            <a:chOff x="881384" y="1045400"/>
            <a:chExt cx="1434130" cy="1080000"/>
          </a:xfrm>
        </p:grpSpPr>
        <p:sp>
          <p:nvSpPr>
            <p:cNvPr id="5" name="矩形 4">
              <a:extLst>
                <a:ext uri="{FF2B5EF4-FFF2-40B4-BE49-F238E27FC236}">
                  <a16:creationId xmlns:a16="http://schemas.microsoft.com/office/drawing/2014/main" id="{281CD082-C19F-B6B4-08D2-EA27ABCCEB5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82050" y="10454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8" name="矩形 7">
              <a:extLst>
                <a:ext uri="{FF2B5EF4-FFF2-40B4-BE49-F238E27FC236}">
                  <a16:creationId xmlns:a16="http://schemas.microsoft.com/office/drawing/2014/main" id="{FB8E5314-21DF-8E6D-AD1F-0EE03E4551E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61116" y="1045400"/>
              <a:ext cx="180000" cy="180000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9" name="矩形 8">
              <a:extLst>
                <a:ext uri="{FF2B5EF4-FFF2-40B4-BE49-F238E27FC236}">
                  <a16:creationId xmlns:a16="http://schemas.microsoft.com/office/drawing/2014/main" id="{A81C8E2D-BE6E-46CF-B5A7-0490C39465D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240182" y="10454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10" name="矩形 9">
              <a:extLst>
                <a:ext uri="{FF2B5EF4-FFF2-40B4-BE49-F238E27FC236}">
                  <a16:creationId xmlns:a16="http://schemas.microsoft.com/office/drawing/2014/main" id="{82B770B7-D833-E05B-D885-80CDCF57D65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417024" y="10454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11" name="矩形 10">
              <a:extLst>
                <a:ext uri="{FF2B5EF4-FFF2-40B4-BE49-F238E27FC236}">
                  <a16:creationId xmlns:a16="http://schemas.microsoft.com/office/drawing/2014/main" id="{32597FDE-F3AF-F1FC-46E4-9E1ED1683BA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598314" y="10454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12" name="矩形 11">
              <a:extLst>
                <a:ext uri="{FF2B5EF4-FFF2-40B4-BE49-F238E27FC236}">
                  <a16:creationId xmlns:a16="http://schemas.microsoft.com/office/drawing/2014/main" id="{8E5FFB54-D119-A6AC-1C2F-9EC098FD560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777380" y="10454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13" name="矩形 12">
              <a:extLst>
                <a:ext uri="{FF2B5EF4-FFF2-40B4-BE49-F238E27FC236}">
                  <a16:creationId xmlns:a16="http://schemas.microsoft.com/office/drawing/2014/main" id="{9AE43329-3C66-40EB-D9E6-EC945D36360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956446" y="1045400"/>
              <a:ext cx="180000" cy="180000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14" name="矩形 13">
              <a:extLst>
                <a:ext uri="{FF2B5EF4-FFF2-40B4-BE49-F238E27FC236}">
                  <a16:creationId xmlns:a16="http://schemas.microsoft.com/office/drawing/2014/main" id="{F3B632E0-841D-C594-C5A3-FFFB3BEB366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135514" y="10454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15" name="矩形 14">
              <a:extLst>
                <a:ext uri="{FF2B5EF4-FFF2-40B4-BE49-F238E27FC236}">
                  <a16:creationId xmlns:a16="http://schemas.microsoft.com/office/drawing/2014/main" id="{CE6A016B-C1CF-4DE0-D2AF-1C2B9C6CB7F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82050" y="1225400"/>
              <a:ext cx="180000" cy="180000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16" name="矩形 15">
              <a:extLst>
                <a:ext uri="{FF2B5EF4-FFF2-40B4-BE49-F238E27FC236}">
                  <a16:creationId xmlns:a16="http://schemas.microsoft.com/office/drawing/2014/main" id="{09F90F2F-1FB6-A363-6FFD-B8464225DEB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776270" y="1225400"/>
              <a:ext cx="180000" cy="180000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17" name="矩形 16">
              <a:extLst>
                <a:ext uri="{FF2B5EF4-FFF2-40B4-BE49-F238E27FC236}">
                  <a16:creationId xmlns:a16="http://schemas.microsoft.com/office/drawing/2014/main" id="{EECE0BF5-6344-9D97-8B2C-A73640221E9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239738" y="12254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18" name="矩形 17">
              <a:extLst>
                <a:ext uri="{FF2B5EF4-FFF2-40B4-BE49-F238E27FC236}">
                  <a16:creationId xmlns:a16="http://schemas.microsoft.com/office/drawing/2014/main" id="{8A42CEC9-8934-5632-1FC3-60C57347FAA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597426" y="12254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20" name="矩形 19">
              <a:extLst>
                <a:ext uri="{FF2B5EF4-FFF2-40B4-BE49-F238E27FC236}">
                  <a16:creationId xmlns:a16="http://schemas.microsoft.com/office/drawing/2014/main" id="{53F9C7AE-F1AD-8F17-4846-C7862969CDD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60894" y="12254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21" name="矩形 20">
              <a:extLst>
                <a:ext uri="{FF2B5EF4-FFF2-40B4-BE49-F238E27FC236}">
                  <a16:creationId xmlns:a16="http://schemas.microsoft.com/office/drawing/2014/main" id="{E98434E6-D6CD-62FB-F27D-3C419924AA0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418582" y="12254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22" name="矩形 21">
              <a:extLst>
                <a:ext uri="{FF2B5EF4-FFF2-40B4-BE49-F238E27FC236}">
                  <a16:creationId xmlns:a16="http://schemas.microsoft.com/office/drawing/2014/main" id="{FC7FC605-079E-B5AB-17BA-F45162172E7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133956" y="12254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23" name="矩形 22">
              <a:extLst>
                <a:ext uri="{FF2B5EF4-FFF2-40B4-BE49-F238E27FC236}">
                  <a16:creationId xmlns:a16="http://schemas.microsoft.com/office/drawing/2014/main" id="{DCBB8F98-FB0A-90B6-1BA3-76F9AE130AB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955114" y="12254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31" name="矩形 30">
              <a:extLst>
                <a:ext uri="{FF2B5EF4-FFF2-40B4-BE49-F238E27FC236}">
                  <a16:creationId xmlns:a16="http://schemas.microsoft.com/office/drawing/2014/main" id="{C428CEC2-C74D-B3D7-8A15-0A539C1DA0F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81384" y="14054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32" name="矩形 31">
              <a:extLst>
                <a:ext uri="{FF2B5EF4-FFF2-40B4-BE49-F238E27FC236}">
                  <a16:creationId xmlns:a16="http://schemas.microsoft.com/office/drawing/2014/main" id="{5463DB34-2449-A5AF-2580-1C5B5131EDA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60450" y="14054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33" name="矩形 32">
              <a:extLst>
                <a:ext uri="{FF2B5EF4-FFF2-40B4-BE49-F238E27FC236}">
                  <a16:creationId xmlns:a16="http://schemas.microsoft.com/office/drawing/2014/main" id="{61F409D8-8418-8C73-3384-F6D884F31DD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239516" y="1405400"/>
              <a:ext cx="180000" cy="180000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34" name="矩形 33">
              <a:extLst>
                <a:ext uri="{FF2B5EF4-FFF2-40B4-BE49-F238E27FC236}">
                  <a16:creationId xmlns:a16="http://schemas.microsoft.com/office/drawing/2014/main" id="{56A70E94-A70A-CEBD-EC68-63F2C12DE0B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418582" y="14054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35" name="矩形 34">
              <a:extLst>
                <a:ext uri="{FF2B5EF4-FFF2-40B4-BE49-F238E27FC236}">
                  <a16:creationId xmlns:a16="http://schemas.microsoft.com/office/drawing/2014/main" id="{9F398ADE-DFFD-49C4-ED60-446A3A093EA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597648" y="14054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36" name="矩形 35">
              <a:extLst>
                <a:ext uri="{FF2B5EF4-FFF2-40B4-BE49-F238E27FC236}">
                  <a16:creationId xmlns:a16="http://schemas.microsoft.com/office/drawing/2014/main" id="{C54CBF76-8B7A-4246-AACF-858FDF611E0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776714" y="14054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37" name="矩形 36">
              <a:extLst>
                <a:ext uri="{FF2B5EF4-FFF2-40B4-BE49-F238E27FC236}">
                  <a16:creationId xmlns:a16="http://schemas.microsoft.com/office/drawing/2014/main" id="{3FE5D6C9-9BEE-21D8-EF11-A6B30FF35E0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955780" y="14054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38" name="矩形 37">
              <a:extLst>
                <a:ext uri="{FF2B5EF4-FFF2-40B4-BE49-F238E27FC236}">
                  <a16:creationId xmlns:a16="http://schemas.microsoft.com/office/drawing/2014/main" id="{52EFA75C-1038-7130-17F2-05A53B7EF1E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134848" y="1405400"/>
              <a:ext cx="180000" cy="180000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39" name="矩形 38">
              <a:extLst>
                <a:ext uri="{FF2B5EF4-FFF2-40B4-BE49-F238E27FC236}">
                  <a16:creationId xmlns:a16="http://schemas.microsoft.com/office/drawing/2014/main" id="{67661E9B-7E00-C628-EFAF-A86511679AF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81384" y="15854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40" name="矩形 39">
              <a:extLst>
                <a:ext uri="{FF2B5EF4-FFF2-40B4-BE49-F238E27FC236}">
                  <a16:creationId xmlns:a16="http://schemas.microsoft.com/office/drawing/2014/main" id="{5577DE7C-C06F-ACFA-4580-05D2212E8A6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775604" y="15854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41" name="矩形 40">
              <a:extLst>
                <a:ext uri="{FF2B5EF4-FFF2-40B4-BE49-F238E27FC236}">
                  <a16:creationId xmlns:a16="http://schemas.microsoft.com/office/drawing/2014/main" id="{E0D29ECD-C3C8-9585-8670-FEF76EFD08B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239072" y="15854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42" name="矩形 41">
              <a:extLst>
                <a:ext uri="{FF2B5EF4-FFF2-40B4-BE49-F238E27FC236}">
                  <a16:creationId xmlns:a16="http://schemas.microsoft.com/office/drawing/2014/main" id="{2852A265-8B93-F7B8-599A-06AECFC8AAD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596760" y="15854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43" name="矩形 42">
              <a:extLst>
                <a:ext uri="{FF2B5EF4-FFF2-40B4-BE49-F238E27FC236}">
                  <a16:creationId xmlns:a16="http://schemas.microsoft.com/office/drawing/2014/main" id="{0BF56533-B580-3E6B-9DFD-859B878E3F6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60228" y="15854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44" name="矩形 43">
              <a:extLst>
                <a:ext uri="{FF2B5EF4-FFF2-40B4-BE49-F238E27FC236}">
                  <a16:creationId xmlns:a16="http://schemas.microsoft.com/office/drawing/2014/main" id="{9080C05E-01B4-08CF-8FEE-FCD3ECF0E71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417916" y="15854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45" name="矩形 44">
              <a:extLst>
                <a:ext uri="{FF2B5EF4-FFF2-40B4-BE49-F238E27FC236}">
                  <a16:creationId xmlns:a16="http://schemas.microsoft.com/office/drawing/2014/main" id="{72B02E77-F61F-E240-BD7B-84E3000E3E2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133290" y="15854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46" name="矩形 45">
              <a:extLst>
                <a:ext uri="{FF2B5EF4-FFF2-40B4-BE49-F238E27FC236}">
                  <a16:creationId xmlns:a16="http://schemas.microsoft.com/office/drawing/2014/main" id="{ECE285DF-D5D2-40F9-26FC-F9175F423A4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954448" y="15854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47" name="矩形 46">
              <a:extLst>
                <a:ext uri="{FF2B5EF4-FFF2-40B4-BE49-F238E27FC236}">
                  <a16:creationId xmlns:a16="http://schemas.microsoft.com/office/drawing/2014/main" id="{CE9AC046-07FD-E4E4-D5C5-100BF1F1C84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81384" y="17654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48" name="矩形 47">
              <a:extLst>
                <a:ext uri="{FF2B5EF4-FFF2-40B4-BE49-F238E27FC236}">
                  <a16:creationId xmlns:a16="http://schemas.microsoft.com/office/drawing/2014/main" id="{C5771483-0C5B-3C01-2383-5A3A11C906A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60450" y="17654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49" name="矩形 48">
              <a:extLst>
                <a:ext uri="{FF2B5EF4-FFF2-40B4-BE49-F238E27FC236}">
                  <a16:creationId xmlns:a16="http://schemas.microsoft.com/office/drawing/2014/main" id="{3005CF6D-ABC5-C71D-7D4B-A902EF7C9E4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239516" y="17654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50" name="矩形 49">
              <a:extLst>
                <a:ext uri="{FF2B5EF4-FFF2-40B4-BE49-F238E27FC236}">
                  <a16:creationId xmlns:a16="http://schemas.microsoft.com/office/drawing/2014/main" id="{E0D0E3AA-B46C-95AA-D661-E56A5CA555C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418582" y="17654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51" name="矩形 50">
              <a:extLst>
                <a:ext uri="{FF2B5EF4-FFF2-40B4-BE49-F238E27FC236}">
                  <a16:creationId xmlns:a16="http://schemas.microsoft.com/office/drawing/2014/main" id="{86EFC089-3AD0-B586-11DA-D0960BB1015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597648" y="1765400"/>
              <a:ext cx="180000" cy="180000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52" name="矩形 51">
              <a:extLst>
                <a:ext uri="{FF2B5EF4-FFF2-40B4-BE49-F238E27FC236}">
                  <a16:creationId xmlns:a16="http://schemas.microsoft.com/office/drawing/2014/main" id="{082F74F2-03D4-4563-B71B-1813BCF8304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776714" y="17654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53" name="矩形 52">
              <a:extLst>
                <a:ext uri="{FF2B5EF4-FFF2-40B4-BE49-F238E27FC236}">
                  <a16:creationId xmlns:a16="http://schemas.microsoft.com/office/drawing/2014/main" id="{63815349-AB52-433A-E912-FFDED456B82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955780" y="17654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54" name="矩形 53">
              <a:extLst>
                <a:ext uri="{FF2B5EF4-FFF2-40B4-BE49-F238E27FC236}">
                  <a16:creationId xmlns:a16="http://schemas.microsoft.com/office/drawing/2014/main" id="{A9523A56-DEB7-6D05-4B15-661580238A5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134848" y="17654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55" name="矩形 54">
              <a:extLst>
                <a:ext uri="{FF2B5EF4-FFF2-40B4-BE49-F238E27FC236}">
                  <a16:creationId xmlns:a16="http://schemas.microsoft.com/office/drawing/2014/main" id="{20EB3286-523D-B26C-4FE0-7BF1BE6F615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81384" y="19454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56" name="矩形 55">
              <a:extLst>
                <a:ext uri="{FF2B5EF4-FFF2-40B4-BE49-F238E27FC236}">
                  <a16:creationId xmlns:a16="http://schemas.microsoft.com/office/drawing/2014/main" id="{4EC0B047-983F-6CB8-B6F2-DEAEEAD83C3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775604" y="19454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57" name="矩形 56">
              <a:extLst>
                <a:ext uri="{FF2B5EF4-FFF2-40B4-BE49-F238E27FC236}">
                  <a16:creationId xmlns:a16="http://schemas.microsoft.com/office/drawing/2014/main" id="{005F7C1C-F6FC-F9AB-B648-2E6A456D28B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239072" y="19454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58" name="矩形 57">
              <a:extLst>
                <a:ext uri="{FF2B5EF4-FFF2-40B4-BE49-F238E27FC236}">
                  <a16:creationId xmlns:a16="http://schemas.microsoft.com/office/drawing/2014/main" id="{D67AF1C1-219C-EFAB-48AE-90706669B62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596760" y="19454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59" name="矩形 58">
              <a:extLst>
                <a:ext uri="{FF2B5EF4-FFF2-40B4-BE49-F238E27FC236}">
                  <a16:creationId xmlns:a16="http://schemas.microsoft.com/office/drawing/2014/main" id="{A8A77794-53EF-659A-9F79-01294456857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60228" y="1945400"/>
              <a:ext cx="180000" cy="180000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60" name="矩形 59">
              <a:extLst>
                <a:ext uri="{FF2B5EF4-FFF2-40B4-BE49-F238E27FC236}">
                  <a16:creationId xmlns:a16="http://schemas.microsoft.com/office/drawing/2014/main" id="{381B4E8C-D8CB-70D5-4AD6-DF1134C82A0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417916" y="19454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61" name="矩形 60">
              <a:extLst>
                <a:ext uri="{FF2B5EF4-FFF2-40B4-BE49-F238E27FC236}">
                  <a16:creationId xmlns:a16="http://schemas.microsoft.com/office/drawing/2014/main" id="{B2EEB06E-AE96-0A8A-77F2-C65D18238DD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133290" y="19454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62" name="矩形 61">
              <a:extLst>
                <a:ext uri="{FF2B5EF4-FFF2-40B4-BE49-F238E27FC236}">
                  <a16:creationId xmlns:a16="http://schemas.microsoft.com/office/drawing/2014/main" id="{47226A20-27FE-4306-798E-FC25EF93B1E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954448" y="1945400"/>
              <a:ext cx="180000" cy="180000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</p:grpSp>
      <p:cxnSp>
        <p:nvCxnSpPr>
          <p:cNvPr id="113" name="直線箭頭接點 112">
            <a:extLst>
              <a:ext uri="{FF2B5EF4-FFF2-40B4-BE49-F238E27FC236}">
                <a16:creationId xmlns:a16="http://schemas.microsoft.com/office/drawing/2014/main" id="{C2A46C19-D618-6434-612D-117C5BB5B65A}"/>
              </a:ext>
            </a:extLst>
          </p:cNvPr>
          <p:cNvCxnSpPr>
            <a:cxnSpLocks/>
          </p:cNvCxnSpPr>
          <p:nvPr/>
        </p:nvCxnSpPr>
        <p:spPr>
          <a:xfrm>
            <a:off x="4743447" y="2554291"/>
            <a:ext cx="432000" cy="0"/>
          </a:xfrm>
          <a:prstGeom prst="straightConnector1">
            <a:avLst/>
          </a:prstGeom>
          <a:ln w="12700">
            <a:solidFill>
              <a:schemeClr val="bg2">
                <a:lumMod val="75000"/>
              </a:schemeClr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115" name="群組 114">
            <a:extLst>
              <a:ext uri="{FF2B5EF4-FFF2-40B4-BE49-F238E27FC236}">
                <a16:creationId xmlns:a16="http://schemas.microsoft.com/office/drawing/2014/main" id="{5C9505E6-3587-3B1B-75CC-0050968B5CD4}"/>
              </a:ext>
            </a:extLst>
          </p:cNvPr>
          <p:cNvGrpSpPr/>
          <p:nvPr/>
        </p:nvGrpSpPr>
        <p:grpSpPr>
          <a:xfrm>
            <a:off x="3061285" y="2123848"/>
            <a:ext cx="1434130" cy="1080000"/>
            <a:chOff x="881384" y="1045400"/>
            <a:chExt cx="1434130" cy="1080000"/>
          </a:xfrm>
        </p:grpSpPr>
        <p:sp>
          <p:nvSpPr>
            <p:cNvPr id="116" name="矩形 115">
              <a:extLst>
                <a:ext uri="{FF2B5EF4-FFF2-40B4-BE49-F238E27FC236}">
                  <a16:creationId xmlns:a16="http://schemas.microsoft.com/office/drawing/2014/main" id="{29D8E5F5-A2E3-BED4-D6B6-AFB63A15105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82050" y="10454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117" name="矩形 116">
              <a:extLst>
                <a:ext uri="{FF2B5EF4-FFF2-40B4-BE49-F238E27FC236}">
                  <a16:creationId xmlns:a16="http://schemas.microsoft.com/office/drawing/2014/main" id="{5914F72F-76E7-7C36-829A-F5016BE77C6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61116" y="1045400"/>
              <a:ext cx="180000" cy="180000"/>
            </a:xfrm>
            <a:prstGeom prst="rect">
              <a:avLst/>
            </a:prstGeom>
            <a:solidFill>
              <a:schemeClr val="bg2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118" name="矩形 117">
              <a:extLst>
                <a:ext uri="{FF2B5EF4-FFF2-40B4-BE49-F238E27FC236}">
                  <a16:creationId xmlns:a16="http://schemas.microsoft.com/office/drawing/2014/main" id="{4D7841F7-665B-B356-0A27-8EA47F82756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240182" y="10454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119" name="矩形 118">
              <a:extLst>
                <a:ext uri="{FF2B5EF4-FFF2-40B4-BE49-F238E27FC236}">
                  <a16:creationId xmlns:a16="http://schemas.microsoft.com/office/drawing/2014/main" id="{641858A7-164B-95D0-CD0C-78CAFD6CAA8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417024" y="10454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120" name="矩形 119">
              <a:extLst>
                <a:ext uri="{FF2B5EF4-FFF2-40B4-BE49-F238E27FC236}">
                  <a16:creationId xmlns:a16="http://schemas.microsoft.com/office/drawing/2014/main" id="{08FA1C6E-4F39-8529-7502-90A11DDC7D5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598314" y="10454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121" name="矩形 120">
              <a:extLst>
                <a:ext uri="{FF2B5EF4-FFF2-40B4-BE49-F238E27FC236}">
                  <a16:creationId xmlns:a16="http://schemas.microsoft.com/office/drawing/2014/main" id="{CBC0C16B-3C77-3062-B2EB-5E79BC8621C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777380" y="10454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122" name="矩形 121">
              <a:extLst>
                <a:ext uri="{FF2B5EF4-FFF2-40B4-BE49-F238E27FC236}">
                  <a16:creationId xmlns:a16="http://schemas.microsoft.com/office/drawing/2014/main" id="{0D914D63-E2CA-E959-F3FF-088C5879C64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956446" y="1045400"/>
              <a:ext cx="180000" cy="180000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123" name="矩形 122">
              <a:extLst>
                <a:ext uri="{FF2B5EF4-FFF2-40B4-BE49-F238E27FC236}">
                  <a16:creationId xmlns:a16="http://schemas.microsoft.com/office/drawing/2014/main" id="{54F94CBB-1B46-1625-2972-08AFF970A83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135514" y="10454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124" name="矩形 123">
              <a:extLst>
                <a:ext uri="{FF2B5EF4-FFF2-40B4-BE49-F238E27FC236}">
                  <a16:creationId xmlns:a16="http://schemas.microsoft.com/office/drawing/2014/main" id="{8C366642-F318-0E58-4A6A-5D827BBA90E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82050" y="1225400"/>
              <a:ext cx="180000" cy="180000"/>
            </a:xfrm>
            <a:prstGeom prst="rect">
              <a:avLst/>
            </a:prstGeom>
            <a:solidFill>
              <a:schemeClr val="bg2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125" name="矩形 124">
              <a:extLst>
                <a:ext uri="{FF2B5EF4-FFF2-40B4-BE49-F238E27FC236}">
                  <a16:creationId xmlns:a16="http://schemas.microsoft.com/office/drawing/2014/main" id="{50F1C81C-90EB-2130-BC05-23BAA013920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776270" y="1225400"/>
              <a:ext cx="180000" cy="180000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126" name="矩形 125">
              <a:extLst>
                <a:ext uri="{FF2B5EF4-FFF2-40B4-BE49-F238E27FC236}">
                  <a16:creationId xmlns:a16="http://schemas.microsoft.com/office/drawing/2014/main" id="{51E04367-C21A-CF32-8E82-B912A807FDA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239738" y="12254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127" name="矩形 126">
              <a:extLst>
                <a:ext uri="{FF2B5EF4-FFF2-40B4-BE49-F238E27FC236}">
                  <a16:creationId xmlns:a16="http://schemas.microsoft.com/office/drawing/2014/main" id="{2B18957F-DD56-DE68-3B84-179DC8D9C69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597426" y="12254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128" name="矩形 127">
              <a:extLst>
                <a:ext uri="{FF2B5EF4-FFF2-40B4-BE49-F238E27FC236}">
                  <a16:creationId xmlns:a16="http://schemas.microsoft.com/office/drawing/2014/main" id="{C55A429A-B646-0A80-2CDA-A506C8ED624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60894" y="12254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129" name="矩形 128">
              <a:extLst>
                <a:ext uri="{FF2B5EF4-FFF2-40B4-BE49-F238E27FC236}">
                  <a16:creationId xmlns:a16="http://schemas.microsoft.com/office/drawing/2014/main" id="{9DCA253F-9D16-60C6-22EF-83C951651D0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418582" y="12254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130" name="矩形 129">
              <a:extLst>
                <a:ext uri="{FF2B5EF4-FFF2-40B4-BE49-F238E27FC236}">
                  <a16:creationId xmlns:a16="http://schemas.microsoft.com/office/drawing/2014/main" id="{BF3A7C94-96DC-9367-C6F9-84F95BC9F81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133956" y="12254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131" name="矩形 130">
              <a:extLst>
                <a:ext uri="{FF2B5EF4-FFF2-40B4-BE49-F238E27FC236}">
                  <a16:creationId xmlns:a16="http://schemas.microsoft.com/office/drawing/2014/main" id="{80A635E2-010B-2AAC-9175-535E2534986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955114" y="12254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132" name="矩形 131">
              <a:extLst>
                <a:ext uri="{FF2B5EF4-FFF2-40B4-BE49-F238E27FC236}">
                  <a16:creationId xmlns:a16="http://schemas.microsoft.com/office/drawing/2014/main" id="{C69BE3E0-9336-05FE-20FB-7DC28818D9D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81384" y="14054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133" name="矩形 132">
              <a:extLst>
                <a:ext uri="{FF2B5EF4-FFF2-40B4-BE49-F238E27FC236}">
                  <a16:creationId xmlns:a16="http://schemas.microsoft.com/office/drawing/2014/main" id="{40680BEE-450A-D4B6-C188-70125B571F7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60450" y="14054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134" name="矩形 133">
              <a:extLst>
                <a:ext uri="{FF2B5EF4-FFF2-40B4-BE49-F238E27FC236}">
                  <a16:creationId xmlns:a16="http://schemas.microsoft.com/office/drawing/2014/main" id="{79C0B895-6DBC-12EA-CA0F-4BB08F98898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239516" y="1405400"/>
              <a:ext cx="180000" cy="180000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135" name="矩形 134">
              <a:extLst>
                <a:ext uri="{FF2B5EF4-FFF2-40B4-BE49-F238E27FC236}">
                  <a16:creationId xmlns:a16="http://schemas.microsoft.com/office/drawing/2014/main" id="{8D7201AE-22C8-CC4B-B2D5-5A063006645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418582" y="14054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136" name="矩形 135">
              <a:extLst>
                <a:ext uri="{FF2B5EF4-FFF2-40B4-BE49-F238E27FC236}">
                  <a16:creationId xmlns:a16="http://schemas.microsoft.com/office/drawing/2014/main" id="{9186B711-4DCF-D2B7-6F43-96657EFC949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597648" y="14054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137" name="矩形 136">
              <a:extLst>
                <a:ext uri="{FF2B5EF4-FFF2-40B4-BE49-F238E27FC236}">
                  <a16:creationId xmlns:a16="http://schemas.microsoft.com/office/drawing/2014/main" id="{026B0BE6-7FC8-355C-7EDB-D63E774EA54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776714" y="14054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138" name="矩形 137">
              <a:extLst>
                <a:ext uri="{FF2B5EF4-FFF2-40B4-BE49-F238E27FC236}">
                  <a16:creationId xmlns:a16="http://schemas.microsoft.com/office/drawing/2014/main" id="{14288981-ABCF-74EC-EC27-C652A386FF8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955780" y="14054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139" name="矩形 138">
              <a:extLst>
                <a:ext uri="{FF2B5EF4-FFF2-40B4-BE49-F238E27FC236}">
                  <a16:creationId xmlns:a16="http://schemas.microsoft.com/office/drawing/2014/main" id="{E05D0C11-8F4C-2F39-286E-5B41E31ED65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134848" y="1405400"/>
              <a:ext cx="180000" cy="180000"/>
            </a:xfrm>
            <a:prstGeom prst="rect">
              <a:avLst/>
            </a:prstGeom>
            <a:solidFill>
              <a:schemeClr val="bg2">
                <a:lumMod val="25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140" name="矩形 139">
              <a:extLst>
                <a:ext uri="{FF2B5EF4-FFF2-40B4-BE49-F238E27FC236}">
                  <a16:creationId xmlns:a16="http://schemas.microsoft.com/office/drawing/2014/main" id="{2A0B08FD-0B1A-FF69-5F1B-AF647E12017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81384" y="15854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141" name="矩形 140">
              <a:extLst>
                <a:ext uri="{FF2B5EF4-FFF2-40B4-BE49-F238E27FC236}">
                  <a16:creationId xmlns:a16="http://schemas.microsoft.com/office/drawing/2014/main" id="{C59DE247-7BFD-EECE-B012-A3129DC5244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775604" y="15854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142" name="矩形 141">
              <a:extLst>
                <a:ext uri="{FF2B5EF4-FFF2-40B4-BE49-F238E27FC236}">
                  <a16:creationId xmlns:a16="http://schemas.microsoft.com/office/drawing/2014/main" id="{AEAA4822-33B8-E93C-85B6-1F448E6419B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239072" y="15854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143" name="矩形 142">
              <a:extLst>
                <a:ext uri="{FF2B5EF4-FFF2-40B4-BE49-F238E27FC236}">
                  <a16:creationId xmlns:a16="http://schemas.microsoft.com/office/drawing/2014/main" id="{354131AA-3475-DC21-FB19-DC70312256E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596760" y="15854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144" name="矩形 143">
              <a:extLst>
                <a:ext uri="{FF2B5EF4-FFF2-40B4-BE49-F238E27FC236}">
                  <a16:creationId xmlns:a16="http://schemas.microsoft.com/office/drawing/2014/main" id="{18B8A11D-FF72-BB03-F23C-9E97D0AE404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60228" y="15854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145" name="矩形 144">
              <a:extLst>
                <a:ext uri="{FF2B5EF4-FFF2-40B4-BE49-F238E27FC236}">
                  <a16:creationId xmlns:a16="http://schemas.microsoft.com/office/drawing/2014/main" id="{D8F5FF29-BAC0-77A5-468E-C6DC80FF148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417916" y="15854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146" name="矩形 145">
              <a:extLst>
                <a:ext uri="{FF2B5EF4-FFF2-40B4-BE49-F238E27FC236}">
                  <a16:creationId xmlns:a16="http://schemas.microsoft.com/office/drawing/2014/main" id="{022E1296-7869-4A99-7D65-228D36F77AE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133290" y="15854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147" name="矩形 146">
              <a:extLst>
                <a:ext uri="{FF2B5EF4-FFF2-40B4-BE49-F238E27FC236}">
                  <a16:creationId xmlns:a16="http://schemas.microsoft.com/office/drawing/2014/main" id="{29BB2D81-8D60-6AF2-CEDE-0B03B89CA87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954448" y="15854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148" name="矩形 147">
              <a:extLst>
                <a:ext uri="{FF2B5EF4-FFF2-40B4-BE49-F238E27FC236}">
                  <a16:creationId xmlns:a16="http://schemas.microsoft.com/office/drawing/2014/main" id="{7E2791FF-14BE-CECD-6DB6-24A101EF9BC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81384" y="17654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149" name="矩形 148">
              <a:extLst>
                <a:ext uri="{FF2B5EF4-FFF2-40B4-BE49-F238E27FC236}">
                  <a16:creationId xmlns:a16="http://schemas.microsoft.com/office/drawing/2014/main" id="{8ADB9E39-60D4-92A2-31B4-55D2C4EA59C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60450" y="17654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150" name="矩形 149">
              <a:extLst>
                <a:ext uri="{FF2B5EF4-FFF2-40B4-BE49-F238E27FC236}">
                  <a16:creationId xmlns:a16="http://schemas.microsoft.com/office/drawing/2014/main" id="{C26528D6-D06D-562E-C018-DAC105B9359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239516" y="17654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151" name="矩形 150">
              <a:extLst>
                <a:ext uri="{FF2B5EF4-FFF2-40B4-BE49-F238E27FC236}">
                  <a16:creationId xmlns:a16="http://schemas.microsoft.com/office/drawing/2014/main" id="{95C607BC-D6C9-7E9A-2896-654D1B0788E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418582" y="17654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152" name="矩形 151">
              <a:extLst>
                <a:ext uri="{FF2B5EF4-FFF2-40B4-BE49-F238E27FC236}">
                  <a16:creationId xmlns:a16="http://schemas.microsoft.com/office/drawing/2014/main" id="{E7F87B42-781E-5FAF-5AB0-D998C210434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597648" y="1765400"/>
              <a:ext cx="180000" cy="180000"/>
            </a:xfrm>
            <a:prstGeom prst="rect">
              <a:avLst/>
            </a:prstGeom>
            <a:solidFill>
              <a:schemeClr val="bg2">
                <a:lumMod val="25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153" name="矩形 152">
              <a:extLst>
                <a:ext uri="{FF2B5EF4-FFF2-40B4-BE49-F238E27FC236}">
                  <a16:creationId xmlns:a16="http://schemas.microsoft.com/office/drawing/2014/main" id="{E38C3017-028B-0303-ACC1-6F1D64CEFE8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776714" y="17654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154" name="矩形 153">
              <a:extLst>
                <a:ext uri="{FF2B5EF4-FFF2-40B4-BE49-F238E27FC236}">
                  <a16:creationId xmlns:a16="http://schemas.microsoft.com/office/drawing/2014/main" id="{EFB9EB0A-68CF-6C4B-1BC5-B54CB56F3BF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955780" y="17654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155" name="矩形 154">
              <a:extLst>
                <a:ext uri="{FF2B5EF4-FFF2-40B4-BE49-F238E27FC236}">
                  <a16:creationId xmlns:a16="http://schemas.microsoft.com/office/drawing/2014/main" id="{016E6944-1F1F-C19B-1222-53180F35342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134848" y="17654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156" name="矩形 155">
              <a:extLst>
                <a:ext uri="{FF2B5EF4-FFF2-40B4-BE49-F238E27FC236}">
                  <a16:creationId xmlns:a16="http://schemas.microsoft.com/office/drawing/2014/main" id="{2E4FBE11-7B85-B993-5469-10BC0D5BBA2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81384" y="19454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157" name="矩形 156">
              <a:extLst>
                <a:ext uri="{FF2B5EF4-FFF2-40B4-BE49-F238E27FC236}">
                  <a16:creationId xmlns:a16="http://schemas.microsoft.com/office/drawing/2014/main" id="{FF748152-3D82-9B50-C197-62CB04B62E6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775604" y="19454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158" name="矩形 157">
              <a:extLst>
                <a:ext uri="{FF2B5EF4-FFF2-40B4-BE49-F238E27FC236}">
                  <a16:creationId xmlns:a16="http://schemas.microsoft.com/office/drawing/2014/main" id="{82AFE20B-0FB5-8058-F073-3F48DCB06B9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239072" y="19454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159" name="矩形 158">
              <a:extLst>
                <a:ext uri="{FF2B5EF4-FFF2-40B4-BE49-F238E27FC236}">
                  <a16:creationId xmlns:a16="http://schemas.microsoft.com/office/drawing/2014/main" id="{A168A9DE-0BF9-68B0-A6A5-ADB5F145D0F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596760" y="19454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160" name="矩形 159">
              <a:extLst>
                <a:ext uri="{FF2B5EF4-FFF2-40B4-BE49-F238E27FC236}">
                  <a16:creationId xmlns:a16="http://schemas.microsoft.com/office/drawing/2014/main" id="{E8680EE2-C496-FB07-B84A-03AFD83CD73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60228" y="1945400"/>
              <a:ext cx="180000" cy="180000"/>
            </a:xfrm>
            <a:prstGeom prst="rect">
              <a:avLst/>
            </a:prstGeom>
            <a:solidFill>
              <a:schemeClr val="bg2">
                <a:lumMod val="25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161" name="矩形 160">
              <a:extLst>
                <a:ext uri="{FF2B5EF4-FFF2-40B4-BE49-F238E27FC236}">
                  <a16:creationId xmlns:a16="http://schemas.microsoft.com/office/drawing/2014/main" id="{57498427-1009-BC12-8ABD-CCAA4606253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417916" y="19454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162" name="矩形 161">
              <a:extLst>
                <a:ext uri="{FF2B5EF4-FFF2-40B4-BE49-F238E27FC236}">
                  <a16:creationId xmlns:a16="http://schemas.microsoft.com/office/drawing/2014/main" id="{E932A472-1902-2D38-C53E-AA2D4E88A7B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133290" y="1945400"/>
              <a:ext cx="180000" cy="18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163" name="矩形 162">
              <a:extLst>
                <a:ext uri="{FF2B5EF4-FFF2-40B4-BE49-F238E27FC236}">
                  <a16:creationId xmlns:a16="http://schemas.microsoft.com/office/drawing/2014/main" id="{8AD0AF45-8EC6-5E96-3BCE-89D75C19052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954448" y="1945400"/>
              <a:ext cx="180000" cy="180000"/>
            </a:xfrm>
            <a:prstGeom prst="rect">
              <a:avLst/>
            </a:prstGeom>
            <a:solidFill>
              <a:schemeClr val="bg2">
                <a:lumMod val="10000"/>
              </a:schemeClr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</p:grpSp>
      <p:cxnSp>
        <p:nvCxnSpPr>
          <p:cNvPr id="167" name="直線箭頭接點 166">
            <a:extLst>
              <a:ext uri="{FF2B5EF4-FFF2-40B4-BE49-F238E27FC236}">
                <a16:creationId xmlns:a16="http://schemas.microsoft.com/office/drawing/2014/main" id="{DC7AB3AC-BBA6-53D3-492B-9F7F4DA6C2BD}"/>
              </a:ext>
            </a:extLst>
          </p:cNvPr>
          <p:cNvCxnSpPr>
            <a:cxnSpLocks/>
          </p:cNvCxnSpPr>
          <p:nvPr/>
        </p:nvCxnSpPr>
        <p:spPr>
          <a:xfrm>
            <a:off x="2248162" y="2554291"/>
            <a:ext cx="432000" cy="0"/>
          </a:xfrm>
          <a:prstGeom prst="straightConnector1">
            <a:avLst/>
          </a:prstGeom>
          <a:ln w="12700">
            <a:solidFill>
              <a:schemeClr val="bg2">
                <a:lumMod val="75000"/>
              </a:schemeClr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73" name="文字方塊 272">
                <a:extLst>
                  <a:ext uri="{FF2B5EF4-FFF2-40B4-BE49-F238E27FC236}">
                    <a16:creationId xmlns:a16="http://schemas.microsoft.com/office/drawing/2014/main" id="{C7681E48-15B2-DFA6-8B61-BACD9CCB0B46}"/>
                  </a:ext>
                </a:extLst>
              </p:cNvPr>
              <p:cNvSpPr txBox="1"/>
              <p:nvPr/>
            </p:nvSpPr>
            <p:spPr>
              <a:xfrm>
                <a:off x="9605865" y="1145180"/>
                <a:ext cx="979684" cy="28033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TW" sz="1200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" altLang="zh-TW" sz="12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kumimoji="1" lang="en-US" altLang="zh-TW" sz="1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kumimoji="1" lang="en" altLang="zh-TW" sz="1200" i="1" smtClean="0">
                          <a:latin typeface="Cambria Math" panose="02040503050406030204" pitchFamily="18" charset="0"/>
                        </a:rPr>
                        <m:t>∈ </m:t>
                      </m:r>
                      <m:sSup>
                        <m:sSupPr>
                          <m:ctrlPr>
                            <a:rPr kumimoji="1" lang="en" altLang="zh-TW" sz="12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kumimoji="1" lang="en" altLang="zh-TW" sz="1200" i="1" err="1" smtClean="0">
                              <a:latin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kumimoji="1" lang="en" altLang="zh-TW" sz="1200" i="1" err="1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kumimoji="1" lang="en" altLang="zh-TW" sz="1200" i="1" err="1">
                              <a:latin typeface="Cambria Math" panose="02040503050406030204" pitchFamily="18" charset="0"/>
                            </a:rPr>
                            <m:t>×</m:t>
                          </m:r>
                          <m:r>
                            <a:rPr kumimoji="1" lang="en" altLang="zh-TW" sz="1200" i="1" err="1">
                              <a:latin typeface="Cambria Math" panose="02040503050406030204" pitchFamily="18" charset="0"/>
                            </a:rPr>
                            <m:t>𝑑</m:t>
                          </m:r>
                        </m:sup>
                      </m:sSup>
                    </m:oMath>
                  </m:oMathPara>
                </a14:m>
                <a:endParaRPr kumimoji="1" lang="zh-TW" altLang="en-US" sz="1200" dirty="0">
                  <a:latin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273" name="文字方塊 272">
                <a:extLst>
                  <a:ext uri="{FF2B5EF4-FFF2-40B4-BE49-F238E27FC236}">
                    <a16:creationId xmlns:a16="http://schemas.microsoft.com/office/drawing/2014/main" id="{C7681E48-15B2-DFA6-8B61-BACD9CCB0B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05865" y="1145180"/>
                <a:ext cx="979684" cy="280333"/>
              </a:xfrm>
              <a:prstGeom prst="rect">
                <a:avLst/>
              </a:prstGeom>
              <a:blipFill>
                <a:blip r:embed="rId4"/>
                <a:stretch>
                  <a:fillRect b="-869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23" name="文字方塊 322">
                <a:extLst>
                  <a:ext uri="{FF2B5EF4-FFF2-40B4-BE49-F238E27FC236}">
                    <a16:creationId xmlns:a16="http://schemas.microsoft.com/office/drawing/2014/main" id="{0684F18D-6E3D-94ED-8267-0E061B5A60A5}"/>
                  </a:ext>
                </a:extLst>
              </p:cNvPr>
              <p:cNvSpPr txBox="1"/>
              <p:nvPr/>
            </p:nvSpPr>
            <p:spPr>
              <a:xfrm>
                <a:off x="9287381" y="3845932"/>
                <a:ext cx="1499463" cy="41492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kumimoji="1" lang="en-US" altLang="zh-TW" sz="1200" dirty="0"/>
                  <a:t>Slots</a:t>
                </a:r>
                <a:r>
                  <a:rPr kumimoji="1" lang="en-US" altLang="zh-TW" sz="1200" i="1" dirty="0"/>
                  <a:t>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kumimoji="1" lang="en-US" altLang="zh-TW" sz="12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kumimoji="1" lang="en-US" altLang="zh-TW" sz="120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kumimoji="1" lang="en-US" altLang="zh-TW" sz="1200" i="1">
                            <a:latin typeface="Cambria Math" panose="02040503050406030204" pitchFamily="18" charset="0"/>
                          </a:rPr>
                          <m:t>𝐾𝐺</m:t>
                        </m:r>
                      </m:sub>
                      <m:sup>
                        <m:d>
                          <m:dPr>
                            <m:ctrlPr>
                              <a:rPr kumimoji="1" lang="en-US" altLang="zh-TW" sz="12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kumimoji="1" lang="en-US" altLang="zh-TW" sz="12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d>
                      </m:sup>
                    </m:sSubSup>
                  </m:oMath>
                </a14:m>
                <a:endParaRPr kumimoji="1" lang="en-US" altLang="zh-TW" sz="1200" i="1" dirty="0"/>
              </a:p>
              <a:p>
                <a:pPr algn="ctr"/>
                <a:r>
                  <a:rPr kumimoji="1" lang="en-US" altLang="zh-TW" sz="1200" dirty="0"/>
                  <a:t>(GNN item init)</a:t>
                </a:r>
              </a:p>
            </p:txBody>
          </p:sp>
        </mc:Choice>
        <mc:Fallback>
          <p:sp>
            <p:nvSpPr>
              <p:cNvPr id="323" name="文字方塊 322">
                <a:extLst>
                  <a:ext uri="{FF2B5EF4-FFF2-40B4-BE49-F238E27FC236}">
                    <a16:creationId xmlns:a16="http://schemas.microsoft.com/office/drawing/2014/main" id="{0684F18D-6E3D-94ED-8267-0E061B5A60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87381" y="3845932"/>
                <a:ext cx="1499463" cy="414922"/>
              </a:xfrm>
              <a:prstGeom prst="rect">
                <a:avLst/>
              </a:prstGeom>
              <a:blipFill>
                <a:blip r:embed="rId5"/>
                <a:stretch>
                  <a:fillRect t="-2941" b="-2058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27" name="文字方塊 326">
                <a:extLst>
                  <a:ext uri="{FF2B5EF4-FFF2-40B4-BE49-F238E27FC236}">
                    <a16:creationId xmlns:a16="http://schemas.microsoft.com/office/drawing/2014/main" id="{03624FB2-FC54-3E53-CA5B-240866FA1B1B}"/>
                  </a:ext>
                </a:extLst>
              </p:cNvPr>
              <p:cNvSpPr txBox="1"/>
              <p:nvPr/>
            </p:nvSpPr>
            <p:spPr>
              <a:xfrm>
                <a:off x="838579" y="3203848"/>
                <a:ext cx="965030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en-US" altLang="zh-TW" sz="1200" dirty="0">
                    <a:cs typeface="Times New Roman" panose="02020603050405020304" pitchFamily="18" charset="0"/>
                  </a:rPr>
                  <a:t>aspect</a:t>
                </a:r>
                <a14:m>
                  <m:oMath xmlns:m="http://schemas.openxmlformats.org/officeDocument/2006/math">
                    <m:r>
                      <a:rPr kumimoji="1" lang="en-US" altLang="zh-TW" sz="1200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kumimoji="1" lang="en-US" altLang="zh-TW" sz="1200" b="0" i="1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endParaRPr kumimoji="1" lang="zh-TW" altLang="en-US" sz="1200" i="1"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327" name="文字方塊 326">
                <a:extLst>
                  <a:ext uri="{FF2B5EF4-FFF2-40B4-BE49-F238E27FC236}">
                    <a16:creationId xmlns:a16="http://schemas.microsoft.com/office/drawing/2014/main" id="{03624FB2-FC54-3E53-CA5B-240866FA1B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579" y="3203848"/>
                <a:ext cx="965030" cy="276999"/>
              </a:xfrm>
              <a:prstGeom prst="rect">
                <a:avLst/>
              </a:prstGeom>
              <a:blipFill>
                <a:blip r:embed="rId6"/>
                <a:stretch>
                  <a:fillRect b="-869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28" name="文字方塊 327">
                <a:extLst>
                  <a:ext uri="{FF2B5EF4-FFF2-40B4-BE49-F238E27FC236}">
                    <a16:creationId xmlns:a16="http://schemas.microsoft.com/office/drawing/2014/main" id="{D4600621-18E3-668D-3F29-EE16EC3CAF90}"/>
                  </a:ext>
                </a:extLst>
              </p:cNvPr>
              <p:cNvSpPr txBox="1"/>
              <p:nvPr/>
            </p:nvSpPr>
            <p:spPr>
              <a:xfrm rot="16200000">
                <a:off x="-69509" y="2538343"/>
                <a:ext cx="965030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en-US" altLang="zh-TW" sz="1200" dirty="0">
                    <a:cs typeface="Times New Roman" panose="02020603050405020304" pitchFamily="18" charset="0"/>
                  </a:rPr>
                  <a:t>item</a:t>
                </a:r>
                <a14:m>
                  <m:oMath xmlns:m="http://schemas.openxmlformats.org/officeDocument/2006/math">
                    <m:r>
                      <a:rPr kumimoji="1" lang="en-US" altLang="zh-TW" sz="1200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kumimoji="1" lang="en-US" altLang="zh-TW" sz="1200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endParaRPr kumimoji="1" lang="zh-TW" altLang="en-US" sz="1200" i="1"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328" name="文字方塊 327">
                <a:extLst>
                  <a:ext uri="{FF2B5EF4-FFF2-40B4-BE49-F238E27FC236}">
                    <a16:creationId xmlns:a16="http://schemas.microsoft.com/office/drawing/2014/main" id="{D4600621-18E3-668D-3F29-EE16EC3CAF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-69509" y="2538343"/>
                <a:ext cx="965030" cy="276999"/>
              </a:xfrm>
              <a:prstGeom prst="rect">
                <a:avLst/>
              </a:prstGeom>
              <a:blipFill>
                <a:blip r:embed="rId7"/>
                <a:stretch>
                  <a:fillRect r="-1304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29" name="文字方塊 328">
            <a:extLst>
              <a:ext uri="{FF2B5EF4-FFF2-40B4-BE49-F238E27FC236}">
                <a16:creationId xmlns:a16="http://schemas.microsoft.com/office/drawing/2014/main" id="{5D9338FB-BE20-BDDF-C726-684CE8B85831}"/>
              </a:ext>
            </a:extLst>
          </p:cNvPr>
          <p:cNvSpPr txBox="1"/>
          <p:nvPr/>
        </p:nvSpPr>
        <p:spPr>
          <a:xfrm>
            <a:off x="2882120" y="1584598"/>
            <a:ext cx="17573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400" dirty="0">
                <a:cs typeface="Times New Roman" panose="02020603050405020304" pitchFamily="18" charset="0"/>
              </a:rPr>
              <a:t>2. IDF re-weighting</a:t>
            </a:r>
            <a:endParaRPr kumimoji="1" lang="zh-TW" altLang="en-US" sz="1400" dirty="0">
              <a:cs typeface="Times New Roman" panose="02020603050405020304" pitchFamily="18" charset="0"/>
            </a:endParaRPr>
          </a:p>
        </p:txBody>
      </p:sp>
      <p:sp>
        <p:nvSpPr>
          <p:cNvPr id="377" name="矩形 376">
            <a:extLst>
              <a:ext uri="{FF2B5EF4-FFF2-40B4-BE49-F238E27FC236}">
                <a16:creationId xmlns:a16="http://schemas.microsoft.com/office/drawing/2014/main" id="{7884432F-6D31-1111-6DD0-1AB162602136}"/>
              </a:ext>
            </a:extLst>
          </p:cNvPr>
          <p:cNvSpPr/>
          <p:nvPr/>
        </p:nvSpPr>
        <p:spPr>
          <a:xfrm>
            <a:off x="5259859" y="731824"/>
            <a:ext cx="2973485" cy="3658827"/>
          </a:xfrm>
          <a:prstGeom prst="rect">
            <a:avLst/>
          </a:prstGeom>
          <a:solidFill>
            <a:schemeClr val="bg1"/>
          </a:solidFill>
          <a:ln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grpSp>
        <p:nvGrpSpPr>
          <p:cNvPr id="24" name="群組 23">
            <a:extLst>
              <a:ext uri="{FF2B5EF4-FFF2-40B4-BE49-F238E27FC236}">
                <a16:creationId xmlns:a16="http://schemas.microsoft.com/office/drawing/2014/main" id="{D405200A-F597-CD24-15C2-5D6DB8F3049B}"/>
              </a:ext>
            </a:extLst>
          </p:cNvPr>
          <p:cNvGrpSpPr/>
          <p:nvPr/>
        </p:nvGrpSpPr>
        <p:grpSpPr>
          <a:xfrm>
            <a:off x="5262334" y="1108023"/>
            <a:ext cx="666291" cy="1375150"/>
            <a:chOff x="5358286" y="959292"/>
            <a:chExt cx="666291" cy="1375150"/>
          </a:xfrm>
        </p:grpSpPr>
        <p:cxnSp>
          <p:nvCxnSpPr>
            <p:cNvPr id="229" name="直線接點 228">
              <a:extLst>
                <a:ext uri="{FF2B5EF4-FFF2-40B4-BE49-F238E27FC236}">
                  <a16:creationId xmlns:a16="http://schemas.microsoft.com/office/drawing/2014/main" id="{B1943371-4592-30C3-0BB4-E483631D59E3}"/>
                </a:ext>
              </a:extLst>
            </p:cNvPr>
            <p:cNvCxnSpPr/>
            <p:nvPr/>
          </p:nvCxnSpPr>
          <p:spPr>
            <a:xfrm>
              <a:off x="5732977" y="1199174"/>
              <a:ext cx="291600" cy="0"/>
            </a:xfrm>
            <a:prstGeom prst="line">
              <a:avLst/>
            </a:prstGeom>
            <a:ln w="127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9" name="矩形 218">
              <a:extLst>
                <a:ext uri="{FF2B5EF4-FFF2-40B4-BE49-F238E27FC236}">
                  <a16:creationId xmlns:a16="http://schemas.microsoft.com/office/drawing/2014/main" id="{629D0227-9276-B3E6-F926-45CCE0AB006B}"/>
                </a:ext>
              </a:extLst>
            </p:cNvPr>
            <p:cNvSpPr>
              <a:spLocks/>
            </p:cNvSpPr>
            <p:nvPr/>
          </p:nvSpPr>
          <p:spPr>
            <a:xfrm>
              <a:off x="5730003" y="1254445"/>
              <a:ext cx="292636" cy="107999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31" name="文字方塊 230">
                  <a:extLst>
                    <a:ext uri="{FF2B5EF4-FFF2-40B4-BE49-F238E27FC236}">
                      <a16:creationId xmlns:a16="http://schemas.microsoft.com/office/drawing/2014/main" id="{E62291D2-67D8-F42F-C923-51CBACCE75B8}"/>
                    </a:ext>
                  </a:extLst>
                </p:cNvPr>
                <p:cNvSpPr txBox="1"/>
                <p:nvPr/>
              </p:nvSpPr>
              <p:spPr>
                <a:xfrm>
                  <a:off x="5779828" y="1678436"/>
                  <a:ext cx="207108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zh-TW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zh-TW" sz="1200" i="1" smtClean="0">
                                <a:latin typeface="Cambria Math" panose="02040503050406030204" pitchFamily="18" charset="0"/>
                              </a:rPr>
                              <m:t>𝑈</m:t>
                            </m:r>
                          </m:e>
                          <m:sub>
                            <m:r>
                              <a:rPr kumimoji="1" lang="en-US" altLang="zh-TW" sz="1200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oMath>
                    </m:oMathPara>
                  </a14:m>
                  <a:endParaRPr kumimoji="1" lang="en-US" altLang="zh-TW" sz="1200" b="0" i="1" dirty="0">
                    <a:latin typeface="Cambria Math" panose="02040503050406030204" pitchFamily="18" charset="0"/>
                  </a:endParaRPr>
                </a:p>
              </p:txBody>
            </p:sp>
          </mc:Choice>
          <mc:Fallback>
            <p:sp>
              <p:nvSpPr>
                <p:cNvPr id="231" name="文字方塊 230">
                  <a:extLst>
                    <a:ext uri="{FF2B5EF4-FFF2-40B4-BE49-F238E27FC236}">
                      <a16:creationId xmlns:a16="http://schemas.microsoft.com/office/drawing/2014/main" id="{E62291D2-67D8-F42F-C923-51CBACCE75B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79828" y="1678436"/>
                  <a:ext cx="207108" cy="184666"/>
                </a:xfrm>
                <a:prstGeom prst="rect">
                  <a:avLst/>
                </a:prstGeom>
                <a:blipFill>
                  <a:blip r:embed="rId8"/>
                  <a:stretch>
                    <a:fillRect l="-17647" r="-11765" b="-13333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37" name="文字方塊 236">
                  <a:extLst>
                    <a:ext uri="{FF2B5EF4-FFF2-40B4-BE49-F238E27FC236}">
                      <a16:creationId xmlns:a16="http://schemas.microsoft.com/office/drawing/2014/main" id="{2DDA5875-7ADA-163D-16EB-F7E172146118}"/>
                    </a:ext>
                  </a:extLst>
                </p:cNvPr>
                <p:cNvSpPr txBox="1"/>
                <p:nvPr/>
              </p:nvSpPr>
              <p:spPr>
                <a:xfrm>
                  <a:off x="5776123" y="959292"/>
                  <a:ext cx="212896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r>
                        <a:rPr kumimoji="1" lang="en-US" altLang="zh-TW" sz="120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𝑘</m:t>
                      </m:r>
                    </m:oMath>
                  </a14:m>
                  <a:r>
                    <a:rPr kumimoji="1" lang="en-US" altLang="zh-TW" sz="1200" dirty="0">
                      <a:solidFill>
                        <a:schemeClr val="accent1"/>
                      </a:solidFill>
                      <a:cs typeface="Times New Roman" panose="02020603050405020304" pitchFamily="18" charset="0"/>
                    </a:rPr>
                    <a:t> </a:t>
                  </a:r>
                  <a:endParaRPr kumimoji="1" lang="zh-TW" altLang="en-US" sz="1200" dirty="0">
                    <a:solidFill>
                      <a:schemeClr val="accent1"/>
                    </a:solidFill>
                    <a:cs typeface="Times New Roman" panose="02020603050405020304" pitchFamily="18" charset="0"/>
                  </a:endParaRPr>
                </a:p>
              </p:txBody>
            </p:sp>
          </mc:Choice>
          <mc:Fallback>
            <p:sp>
              <p:nvSpPr>
                <p:cNvPr id="237" name="文字方塊 236">
                  <a:extLst>
                    <a:ext uri="{FF2B5EF4-FFF2-40B4-BE49-F238E27FC236}">
                      <a16:creationId xmlns:a16="http://schemas.microsoft.com/office/drawing/2014/main" id="{2DDA5875-7ADA-163D-16EB-F7E17214611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76123" y="959292"/>
                  <a:ext cx="212896" cy="276999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60" name="文字方塊 259">
              <a:extLst>
                <a:ext uri="{FF2B5EF4-FFF2-40B4-BE49-F238E27FC236}">
                  <a16:creationId xmlns:a16="http://schemas.microsoft.com/office/drawing/2014/main" id="{CE23BC78-2CDA-BF09-65FD-C410EEB2D877}"/>
                </a:ext>
              </a:extLst>
            </p:cNvPr>
            <p:cNvSpPr txBox="1"/>
            <p:nvPr/>
          </p:nvSpPr>
          <p:spPr>
            <a:xfrm>
              <a:off x="5358286" y="1631692"/>
              <a:ext cx="432167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zh-TW" sz="1200" dirty="0">
                  <a:cs typeface="Times New Roman" panose="02020603050405020304" pitchFamily="18" charset="0"/>
                </a:rPr>
                <a:t>|𝐼|</a:t>
              </a:r>
              <a:endParaRPr kumimoji="1" lang="zh-TW" altLang="en-US" sz="1200" dirty="0">
                <a:cs typeface="Times New Roman" panose="02020603050405020304" pitchFamily="18" charset="0"/>
              </a:endParaRPr>
            </a:p>
          </p:txBody>
        </p:sp>
      </p:grpSp>
      <p:grpSp>
        <p:nvGrpSpPr>
          <p:cNvPr id="3" name="群組 2">
            <a:extLst>
              <a:ext uri="{FF2B5EF4-FFF2-40B4-BE49-F238E27FC236}">
                <a16:creationId xmlns:a16="http://schemas.microsoft.com/office/drawing/2014/main" id="{811F8B67-26A8-C309-18F3-2BAFF687861B}"/>
              </a:ext>
            </a:extLst>
          </p:cNvPr>
          <p:cNvGrpSpPr/>
          <p:nvPr/>
        </p:nvGrpSpPr>
        <p:grpSpPr>
          <a:xfrm>
            <a:off x="6514440" y="1398871"/>
            <a:ext cx="1483424" cy="556610"/>
            <a:chOff x="6729119" y="1657071"/>
            <a:chExt cx="1483424" cy="556610"/>
          </a:xfrm>
        </p:grpSpPr>
        <p:sp>
          <p:nvSpPr>
            <p:cNvPr id="220" name="矩形 219">
              <a:extLst>
                <a:ext uri="{FF2B5EF4-FFF2-40B4-BE49-F238E27FC236}">
                  <a16:creationId xmlns:a16="http://schemas.microsoft.com/office/drawing/2014/main" id="{71CA5C67-024C-1EB3-2B70-3E07D16BF22C}"/>
                </a:ext>
              </a:extLst>
            </p:cNvPr>
            <p:cNvSpPr>
              <a:spLocks/>
            </p:cNvSpPr>
            <p:nvPr/>
          </p:nvSpPr>
          <p:spPr>
            <a:xfrm>
              <a:off x="6729119" y="1657071"/>
              <a:ext cx="1431906" cy="2916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 dirty="0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32" name="文字方塊 231">
                  <a:extLst>
                    <a:ext uri="{FF2B5EF4-FFF2-40B4-BE49-F238E27FC236}">
                      <a16:creationId xmlns:a16="http://schemas.microsoft.com/office/drawing/2014/main" id="{056724A9-CE49-D5D4-EE9B-61F182DEAB85}"/>
                    </a:ext>
                  </a:extLst>
                </p:cNvPr>
                <p:cNvSpPr txBox="1"/>
                <p:nvPr/>
              </p:nvSpPr>
              <p:spPr>
                <a:xfrm>
                  <a:off x="7327414" y="1707589"/>
                  <a:ext cx="217046" cy="19216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kumimoji="1" lang="en-US" altLang="zh-TW" sz="1200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kumimoji="1" lang="en-US" altLang="zh-TW" sz="1200" i="1" smtClean="0"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b>
                            <m:r>
                              <a:rPr kumimoji="1" lang="en-US" altLang="zh-TW" sz="1200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kumimoji="1" lang="en-US" altLang="zh-TW" sz="1200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p>
                        </m:sSubSup>
                      </m:oMath>
                    </m:oMathPara>
                  </a14:m>
                  <a:endParaRPr kumimoji="1" lang="en-US" altLang="zh-TW" sz="1200" b="0" i="1" dirty="0">
                    <a:latin typeface="Cambria Math" panose="02040503050406030204" pitchFamily="18" charset="0"/>
                  </a:endParaRPr>
                </a:p>
              </p:txBody>
            </p:sp>
          </mc:Choice>
          <mc:Fallback>
            <p:sp>
              <p:nvSpPr>
                <p:cNvPr id="232" name="文字方塊 231">
                  <a:extLst>
                    <a:ext uri="{FF2B5EF4-FFF2-40B4-BE49-F238E27FC236}">
                      <a16:creationId xmlns:a16="http://schemas.microsoft.com/office/drawing/2014/main" id="{056724A9-CE49-D5D4-EE9B-61F182DEAB8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27414" y="1707589"/>
                  <a:ext cx="217046" cy="192168"/>
                </a:xfrm>
                <a:prstGeom prst="rect">
                  <a:avLst/>
                </a:prstGeom>
                <a:blipFill>
                  <a:blip r:embed="rId10"/>
                  <a:stretch>
                    <a:fillRect l="-17647" t="-6250" r="-11765" b="-1250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50" name="直線接點 249">
              <a:extLst>
                <a:ext uri="{FF2B5EF4-FFF2-40B4-BE49-F238E27FC236}">
                  <a16:creationId xmlns:a16="http://schemas.microsoft.com/office/drawing/2014/main" id="{34B31DBD-1604-48B6-73EC-154C12A98F2B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8066743" y="1802886"/>
              <a:ext cx="291600" cy="0"/>
            </a:xfrm>
            <a:prstGeom prst="line">
              <a:avLst/>
            </a:prstGeom>
            <a:ln w="127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36" name="文字方塊 335">
              <a:extLst>
                <a:ext uri="{FF2B5EF4-FFF2-40B4-BE49-F238E27FC236}">
                  <a16:creationId xmlns:a16="http://schemas.microsoft.com/office/drawing/2014/main" id="{11EB4C9A-A64A-587C-9348-407C86968FDA}"/>
                </a:ext>
              </a:extLst>
            </p:cNvPr>
            <p:cNvSpPr txBox="1"/>
            <p:nvPr/>
          </p:nvSpPr>
          <p:spPr>
            <a:xfrm>
              <a:off x="6994473" y="1936682"/>
              <a:ext cx="894661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zh-TW" sz="1200" dirty="0">
                  <a:cs typeface="Times New Roman" panose="02020603050405020304" pitchFamily="18" charset="0"/>
                </a:rPr>
                <a:t>|𝒜|</a:t>
              </a:r>
              <a:endParaRPr kumimoji="1" lang="zh-TW" altLang="en-US" sz="1200" dirty="0">
                <a:cs typeface="Times New Roman" panose="02020603050405020304" pitchFamily="18" charset="0"/>
              </a:endParaRPr>
            </a:p>
          </p:txBody>
        </p:sp>
      </p:grpSp>
      <p:grpSp>
        <p:nvGrpSpPr>
          <p:cNvPr id="7" name="群組 6">
            <a:extLst>
              <a:ext uri="{FF2B5EF4-FFF2-40B4-BE49-F238E27FC236}">
                <a16:creationId xmlns:a16="http://schemas.microsoft.com/office/drawing/2014/main" id="{D4EAAA43-1586-D6C3-4E00-29DD753A44B0}"/>
              </a:ext>
            </a:extLst>
          </p:cNvPr>
          <p:cNvGrpSpPr/>
          <p:nvPr/>
        </p:nvGrpSpPr>
        <p:grpSpPr>
          <a:xfrm>
            <a:off x="6045571" y="1347360"/>
            <a:ext cx="352904" cy="343111"/>
            <a:chOff x="6487111" y="2134839"/>
            <a:chExt cx="352904" cy="343111"/>
          </a:xfrm>
        </p:grpSpPr>
        <p:grpSp>
          <p:nvGrpSpPr>
            <p:cNvPr id="6" name="群組 5">
              <a:extLst>
                <a:ext uri="{FF2B5EF4-FFF2-40B4-BE49-F238E27FC236}">
                  <a16:creationId xmlns:a16="http://schemas.microsoft.com/office/drawing/2014/main" id="{F4DC01F1-3241-3F59-A9DF-2F3C0DD78A8A}"/>
                </a:ext>
              </a:extLst>
            </p:cNvPr>
            <p:cNvGrpSpPr/>
            <p:nvPr/>
          </p:nvGrpSpPr>
          <p:grpSpPr>
            <a:xfrm>
              <a:off x="6500114" y="2134839"/>
              <a:ext cx="339901" cy="343111"/>
              <a:chOff x="6255206" y="1606682"/>
              <a:chExt cx="339901" cy="343111"/>
            </a:xfrm>
          </p:grpSpPr>
          <p:grpSp>
            <p:nvGrpSpPr>
              <p:cNvPr id="242" name="群組 241">
                <a:extLst>
                  <a:ext uri="{FF2B5EF4-FFF2-40B4-BE49-F238E27FC236}">
                    <a16:creationId xmlns:a16="http://schemas.microsoft.com/office/drawing/2014/main" id="{ECFD2770-4295-61AD-5574-E0F0A8533DCD}"/>
                  </a:ext>
                </a:extLst>
              </p:cNvPr>
              <p:cNvGrpSpPr/>
              <p:nvPr/>
            </p:nvGrpSpPr>
            <p:grpSpPr>
              <a:xfrm>
                <a:off x="6255206" y="1657071"/>
                <a:ext cx="292245" cy="291600"/>
                <a:chOff x="5475358" y="1246671"/>
                <a:chExt cx="292245" cy="291600"/>
              </a:xfrm>
              <a:solidFill>
                <a:schemeClr val="bg1"/>
              </a:solidFill>
            </p:grpSpPr>
            <p:sp>
              <p:nvSpPr>
                <p:cNvPr id="221" name="矩形 220">
                  <a:extLst>
                    <a:ext uri="{FF2B5EF4-FFF2-40B4-BE49-F238E27FC236}">
                      <a16:creationId xmlns:a16="http://schemas.microsoft.com/office/drawing/2014/main" id="{566485A9-9903-CA60-DA39-655C00A5F421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5476003" y="1246671"/>
                  <a:ext cx="291600" cy="291600"/>
                </a:xfrm>
                <a:prstGeom prst="rect">
                  <a:avLst/>
                </a:prstGeom>
                <a:grpFill/>
                <a:ln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TW" altLang="en-US" dirty="0"/>
                </a:p>
              </p:txBody>
            </p:sp>
            <p:cxnSp>
              <p:nvCxnSpPr>
                <p:cNvPr id="239" name="直線接點 238">
                  <a:extLst>
                    <a:ext uri="{FF2B5EF4-FFF2-40B4-BE49-F238E27FC236}">
                      <a16:creationId xmlns:a16="http://schemas.microsoft.com/office/drawing/2014/main" id="{E3079BFA-085E-C3F5-1275-7110AC7F7560}"/>
                    </a:ext>
                  </a:extLst>
                </p:cNvPr>
                <p:cNvCxnSpPr>
                  <a:cxnSpLocks noChangeAspect="1"/>
                </p:cNvCxnSpPr>
                <p:nvPr/>
              </p:nvCxnSpPr>
              <p:spPr>
                <a:xfrm>
                  <a:off x="5475358" y="1246671"/>
                  <a:ext cx="54000" cy="54000"/>
                </a:xfrm>
                <a:prstGeom prst="line">
                  <a:avLst/>
                </a:prstGeom>
                <a:grpFill/>
                <a:ln w="12700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330" name="直線接點 329">
                <a:extLst>
                  <a:ext uri="{FF2B5EF4-FFF2-40B4-BE49-F238E27FC236}">
                    <a16:creationId xmlns:a16="http://schemas.microsoft.com/office/drawing/2014/main" id="{E0757F52-632C-6422-F2F5-2B763808B8D3}"/>
                  </a:ext>
                </a:extLst>
              </p:cNvPr>
              <p:cNvCxnSpPr>
                <a:cxnSpLocks/>
                <a:endCxn id="221" idx="2"/>
              </p:cNvCxnSpPr>
              <p:nvPr/>
            </p:nvCxnSpPr>
            <p:spPr>
              <a:xfrm flipH="1">
                <a:off x="6401651" y="1948671"/>
                <a:ext cx="145155" cy="0"/>
              </a:xfrm>
              <a:prstGeom prst="line">
                <a:avLst/>
              </a:prstGeom>
              <a:solidFill>
                <a:schemeClr val="bg1"/>
              </a:solidFill>
              <a:ln w="12700">
                <a:solidFill>
                  <a:schemeClr val="bg2">
                    <a:lumMod val="75000"/>
                  </a:schemeClr>
                </a:solidFill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30" name="直線接點 229">
                <a:extLst>
                  <a:ext uri="{FF2B5EF4-FFF2-40B4-BE49-F238E27FC236}">
                    <a16:creationId xmlns:a16="http://schemas.microsoft.com/office/drawing/2014/main" id="{5E9EDDF8-F631-0067-DB59-47601D712C26}"/>
                  </a:ext>
                </a:extLst>
              </p:cNvPr>
              <p:cNvCxnSpPr/>
              <p:nvPr/>
            </p:nvCxnSpPr>
            <p:spPr>
              <a:xfrm>
                <a:off x="6255206" y="1606682"/>
                <a:ext cx="291600" cy="0"/>
              </a:xfrm>
              <a:prstGeom prst="line">
                <a:avLst/>
              </a:prstGeom>
              <a:ln w="12700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4" name="直線接點 333">
                <a:extLst>
                  <a:ext uri="{FF2B5EF4-FFF2-40B4-BE49-F238E27FC236}">
                    <a16:creationId xmlns:a16="http://schemas.microsoft.com/office/drawing/2014/main" id="{3C95BB65-FB83-E431-AB7F-C1CD66ADE64A}"/>
                  </a:ext>
                </a:extLst>
              </p:cNvPr>
              <p:cNvCxnSpPr>
                <a:cxnSpLocks noChangeAspect="1"/>
              </p:cNvCxnSpPr>
              <p:nvPr/>
            </p:nvCxnSpPr>
            <p:spPr>
              <a:xfrm>
                <a:off x="6487167" y="1893924"/>
                <a:ext cx="54000" cy="54000"/>
              </a:xfrm>
              <a:prstGeom prst="line">
                <a:avLst/>
              </a:prstGeom>
              <a:solidFill>
                <a:schemeClr val="bg1"/>
              </a:solidFill>
              <a:ln w="12700">
                <a:solidFill>
                  <a:schemeClr val="bg2">
                    <a:lumMod val="75000"/>
                  </a:schemeClr>
                </a:solidFill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37" name="直線接點 336">
                <a:extLst>
                  <a:ext uri="{FF2B5EF4-FFF2-40B4-BE49-F238E27FC236}">
                    <a16:creationId xmlns:a16="http://schemas.microsoft.com/office/drawing/2014/main" id="{2543AF8C-DDE2-F830-707F-B4CFA4694200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6449307" y="1803993"/>
                <a:ext cx="291600" cy="0"/>
              </a:xfrm>
              <a:prstGeom prst="line">
                <a:avLst/>
              </a:prstGeom>
              <a:ln w="12700"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34" name="文字方塊 233">
                  <a:extLst>
                    <a:ext uri="{FF2B5EF4-FFF2-40B4-BE49-F238E27FC236}">
                      <a16:creationId xmlns:a16="http://schemas.microsoft.com/office/drawing/2014/main" id="{0354A1EF-FB74-9453-3FBC-4AADA8C6E438}"/>
                    </a:ext>
                  </a:extLst>
                </p:cNvPr>
                <p:cNvSpPr txBox="1"/>
                <p:nvPr/>
              </p:nvSpPr>
              <p:spPr>
                <a:xfrm>
                  <a:off x="6487111" y="2182772"/>
                  <a:ext cx="342061" cy="276999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zh-TW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kumimoji="1" lang="el-GR" altLang="zh-TW" sz="1200" i="0" smtClean="0"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b>
                            <m:r>
                              <a:rPr kumimoji="1" lang="en" altLang="zh-TW" sz="120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oMath>
                    </m:oMathPara>
                  </a14:m>
                  <a:endParaRPr kumimoji="1" lang="zh-TW" altLang="en-US" sz="1200" i="1" dirty="0">
                    <a:latin typeface="Cambria Math" panose="02040503050406030204" pitchFamily="18" charset="0"/>
                  </a:endParaRPr>
                </a:p>
              </p:txBody>
            </p:sp>
          </mc:Choice>
          <mc:Fallback>
            <p:sp>
              <p:nvSpPr>
                <p:cNvPr id="234" name="文字方塊 233">
                  <a:extLst>
                    <a:ext uri="{FF2B5EF4-FFF2-40B4-BE49-F238E27FC236}">
                      <a16:creationId xmlns:a16="http://schemas.microsoft.com/office/drawing/2014/main" id="{0354A1EF-FB74-9453-3FBC-4AADA8C6E43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87111" y="2182772"/>
                  <a:ext cx="342061" cy="276999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339" name="文字方塊 338">
            <a:extLst>
              <a:ext uri="{FF2B5EF4-FFF2-40B4-BE49-F238E27FC236}">
                <a16:creationId xmlns:a16="http://schemas.microsoft.com/office/drawing/2014/main" id="{23E68DB3-0BC4-98EC-A268-ED3BB1E5DEF3}"/>
              </a:ext>
            </a:extLst>
          </p:cNvPr>
          <p:cNvSpPr txBox="1"/>
          <p:nvPr/>
        </p:nvSpPr>
        <p:spPr>
          <a:xfrm>
            <a:off x="5878164" y="819107"/>
            <a:ext cx="17573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400" dirty="0">
                <a:cs typeface="Times New Roman" panose="02020603050405020304" pitchFamily="18" charset="0"/>
              </a:rPr>
              <a:t>3. </a:t>
            </a:r>
            <a:r>
              <a:rPr kumimoji="1" lang="en-US" altLang="zh-TW" sz="1400" dirty="0"/>
              <a:t>Truncated SVD</a:t>
            </a:r>
          </a:p>
        </p:txBody>
      </p:sp>
      <p:cxnSp>
        <p:nvCxnSpPr>
          <p:cNvPr id="382" name="直線箭頭接點 381">
            <a:extLst>
              <a:ext uri="{FF2B5EF4-FFF2-40B4-BE49-F238E27FC236}">
                <a16:creationId xmlns:a16="http://schemas.microsoft.com/office/drawing/2014/main" id="{D3484AF4-E767-EF53-0694-0D240BC84461}"/>
              </a:ext>
            </a:extLst>
          </p:cNvPr>
          <p:cNvCxnSpPr>
            <a:cxnSpLocks/>
          </p:cNvCxnSpPr>
          <p:nvPr/>
        </p:nvCxnSpPr>
        <p:spPr>
          <a:xfrm>
            <a:off x="6758272" y="2526320"/>
            <a:ext cx="0" cy="468000"/>
          </a:xfrm>
          <a:prstGeom prst="straightConnector1">
            <a:avLst/>
          </a:prstGeom>
          <a:ln w="12700">
            <a:solidFill>
              <a:schemeClr val="bg2">
                <a:lumMod val="75000"/>
              </a:schemeClr>
            </a:solidFill>
            <a:prstDash val="sys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96" name="直線箭頭接點 395">
            <a:extLst>
              <a:ext uri="{FF2B5EF4-FFF2-40B4-BE49-F238E27FC236}">
                <a16:creationId xmlns:a16="http://schemas.microsoft.com/office/drawing/2014/main" id="{8CE59D25-9538-6AA7-0EE1-C7B2BBDED676}"/>
              </a:ext>
            </a:extLst>
          </p:cNvPr>
          <p:cNvCxnSpPr>
            <a:cxnSpLocks/>
          </p:cNvCxnSpPr>
          <p:nvPr/>
        </p:nvCxnSpPr>
        <p:spPr>
          <a:xfrm>
            <a:off x="8226575" y="2563186"/>
            <a:ext cx="432000" cy="0"/>
          </a:xfrm>
          <a:prstGeom prst="straightConnector1">
            <a:avLst/>
          </a:prstGeom>
          <a:ln w="12700">
            <a:solidFill>
              <a:schemeClr val="bg2">
                <a:lumMod val="75000"/>
              </a:schemeClr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97" name="文字方塊 396">
            <a:extLst>
              <a:ext uri="{FF2B5EF4-FFF2-40B4-BE49-F238E27FC236}">
                <a16:creationId xmlns:a16="http://schemas.microsoft.com/office/drawing/2014/main" id="{BFB75069-5183-5260-AD4C-873287966BEC}"/>
              </a:ext>
            </a:extLst>
          </p:cNvPr>
          <p:cNvSpPr txBox="1"/>
          <p:nvPr/>
        </p:nvSpPr>
        <p:spPr>
          <a:xfrm>
            <a:off x="8757199" y="811487"/>
            <a:ext cx="248913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400" dirty="0">
                <a:cs typeface="Times New Roman" panose="02020603050405020304" pitchFamily="18" charset="0"/>
              </a:rPr>
              <a:t>4. </a:t>
            </a:r>
            <a:r>
              <a:rPr kumimoji="1" lang="en-US" altLang="zh-TW" sz="1400" dirty="0"/>
              <a:t>Reshape &amp; Initialize</a:t>
            </a:r>
          </a:p>
        </p:txBody>
      </p:sp>
      <p:grpSp>
        <p:nvGrpSpPr>
          <p:cNvPr id="432" name="群組 431">
            <a:extLst>
              <a:ext uri="{FF2B5EF4-FFF2-40B4-BE49-F238E27FC236}">
                <a16:creationId xmlns:a16="http://schemas.microsoft.com/office/drawing/2014/main" id="{3F037411-8A34-8463-1E9A-13029C321A10}"/>
              </a:ext>
            </a:extLst>
          </p:cNvPr>
          <p:cNvGrpSpPr/>
          <p:nvPr/>
        </p:nvGrpSpPr>
        <p:grpSpPr>
          <a:xfrm>
            <a:off x="9355849" y="1405739"/>
            <a:ext cx="1336666" cy="299418"/>
            <a:chOff x="8525581" y="1248522"/>
            <a:chExt cx="1336666" cy="299418"/>
          </a:xfrm>
        </p:grpSpPr>
        <p:grpSp>
          <p:nvGrpSpPr>
            <p:cNvPr id="422" name="群組 421">
              <a:extLst>
                <a:ext uri="{FF2B5EF4-FFF2-40B4-BE49-F238E27FC236}">
                  <a16:creationId xmlns:a16="http://schemas.microsoft.com/office/drawing/2014/main" id="{B0E9F320-53AD-CDF8-DC9D-CD675875B537}"/>
                </a:ext>
              </a:extLst>
            </p:cNvPr>
            <p:cNvGrpSpPr/>
            <p:nvPr/>
          </p:nvGrpSpPr>
          <p:grpSpPr>
            <a:xfrm>
              <a:off x="8525581" y="1256340"/>
              <a:ext cx="291600" cy="291600"/>
              <a:chOff x="8525581" y="1256340"/>
              <a:chExt cx="291600" cy="291600"/>
            </a:xfrm>
          </p:grpSpPr>
          <p:sp>
            <p:nvSpPr>
              <p:cNvPr id="418" name="矩形 417">
                <a:extLst>
                  <a:ext uri="{FF2B5EF4-FFF2-40B4-BE49-F238E27FC236}">
                    <a16:creationId xmlns:a16="http://schemas.microsoft.com/office/drawing/2014/main" id="{EE84D89A-0C87-AD9E-F947-2681A639B994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8525581" y="1256340"/>
                <a:ext cx="291600" cy="2916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kumimoji="1" lang="zh-TW" altLang="en-US"/>
              </a:p>
            </p:txBody>
          </p:sp>
          <p:sp>
            <p:nvSpPr>
              <p:cNvPr id="419" name="文字方塊 418">
                <a:extLst>
                  <a:ext uri="{FF2B5EF4-FFF2-40B4-BE49-F238E27FC236}">
                    <a16:creationId xmlns:a16="http://schemas.microsoft.com/office/drawing/2014/main" id="{4963144F-A582-1015-F045-CD32DF56748F}"/>
                  </a:ext>
                </a:extLst>
              </p:cNvPr>
              <p:cNvSpPr txBox="1"/>
              <p:nvPr/>
            </p:nvSpPr>
            <p:spPr>
              <a:xfrm>
                <a:off x="8525581" y="1268296"/>
                <a:ext cx="291600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kumimoji="1" lang="en-US" altLang="zh-TW" sz="1200" i="1" dirty="0">
                    <a:latin typeface="Cambria Math" panose="02040503050406030204" pitchFamily="18" charset="0"/>
                  </a:rPr>
                  <a:t>d</a:t>
                </a:r>
                <a:endParaRPr kumimoji="1" lang="zh-TW" altLang="en-US" sz="1200" i="1">
                  <a:latin typeface="Cambria Math" panose="02040503050406030204" pitchFamily="18" charset="0"/>
                </a:endParaRPr>
              </a:p>
            </p:txBody>
          </p:sp>
        </p:grpSp>
        <p:grpSp>
          <p:nvGrpSpPr>
            <p:cNvPr id="423" name="群組 422">
              <a:extLst>
                <a:ext uri="{FF2B5EF4-FFF2-40B4-BE49-F238E27FC236}">
                  <a16:creationId xmlns:a16="http://schemas.microsoft.com/office/drawing/2014/main" id="{72272F6B-CA87-98AD-6166-255DE85B0CD8}"/>
                </a:ext>
              </a:extLst>
            </p:cNvPr>
            <p:cNvGrpSpPr/>
            <p:nvPr/>
          </p:nvGrpSpPr>
          <p:grpSpPr>
            <a:xfrm>
              <a:off x="8875641" y="1253695"/>
              <a:ext cx="291600" cy="291600"/>
              <a:chOff x="8525581" y="1256340"/>
              <a:chExt cx="291600" cy="291600"/>
            </a:xfrm>
          </p:grpSpPr>
          <p:sp>
            <p:nvSpPr>
              <p:cNvPr id="424" name="矩形 423">
                <a:extLst>
                  <a:ext uri="{FF2B5EF4-FFF2-40B4-BE49-F238E27FC236}">
                    <a16:creationId xmlns:a16="http://schemas.microsoft.com/office/drawing/2014/main" id="{6A4DBF17-6968-4C08-2BE6-CE24AB52C08C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8525581" y="1256340"/>
                <a:ext cx="291600" cy="2916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kumimoji="1" lang="zh-TW" altLang="en-US"/>
              </a:p>
            </p:txBody>
          </p:sp>
          <p:sp>
            <p:nvSpPr>
              <p:cNvPr id="425" name="文字方塊 424">
                <a:extLst>
                  <a:ext uri="{FF2B5EF4-FFF2-40B4-BE49-F238E27FC236}">
                    <a16:creationId xmlns:a16="http://schemas.microsoft.com/office/drawing/2014/main" id="{64D5FBAB-228C-46B5-917B-6BDE17C7A2C2}"/>
                  </a:ext>
                </a:extLst>
              </p:cNvPr>
              <p:cNvSpPr txBox="1"/>
              <p:nvPr/>
            </p:nvSpPr>
            <p:spPr>
              <a:xfrm>
                <a:off x="8525581" y="1268296"/>
                <a:ext cx="291600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kumimoji="1" lang="en-US" altLang="zh-TW" sz="1200" i="1" dirty="0">
                    <a:latin typeface="Cambria Math" panose="02040503050406030204" pitchFamily="18" charset="0"/>
                  </a:rPr>
                  <a:t>d</a:t>
                </a:r>
                <a:endParaRPr kumimoji="1" lang="zh-TW" altLang="en-US" sz="1200" i="1">
                  <a:latin typeface="Cambria Math" panose="02040503050406030204" pitchFamily="18" charset="0"/>
                </a:endParaRPr>
              </a:p>
            </p:txBody>
          </p:sp>
        </p:grpSp>
        <p:grpSp>
          <p:nvGrpSpPr>
            <p:cNvPr id="426" name="群組 425">
              <a:extLst>
                <a:ext uri="{FF2B5EF4-FFF2-40B4-BE49-F238E27FC236}">
                  <a16:creationId xmlns:a16="http://schemas.microsoft.com/office/drawing/2014/main" id="{C20E0D43-CAA0-C8CD-9879-A68FFEA14767}"/>
                </a:ext>
              </a:extLst>
            </p:cNvPr>
            <p:cNvGrpSpPr/>
            <p:nvPr/>
          </p:nvGrpSpPr>
          <p:grpSpPr>
            <a:xfrm>
              <a:off x="9220587" y="1251167"/>
              <a:ext cx="291600" cy="291600"/>
              <a:chOff x="8525581" y="1256340"/>
              <a:chExt cx="291600" cy="291600"/>
            </a:xfrm>
          </p:grpSpPr>
          <p:sp>
            <p:nvSpPr>
              <p:cNvPr id="427" name="矩形 426">
                <a:extLst>
                  <a:ext uri="{FF2B5EF4-FFF2-40B4-BE49-F238E27FC236}">
                    <a16:creationId xmlns:a16="http://schemas.microsoft.com/office/drawing/2014/main" id="{3849AC3A-E2E6-9AFE-7B6B-D9E0203E4E92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8525581" y="1256340"/>
                <a:ext cx="291600" cy="2916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kumimoji="1" lang="zh-TW" altLang="en-US"/>
              </a:p>
            </p:txBody>
          </p:sp>
          <p:sp>
            <p:nvSpPr>
              <p:cNvPr id="428" name="文字方塊 427">
                <a:extLst>
                  <a:ext uri="{FF2B5EF4-FFF2-40B4-BE49-F238E27FC236}">
                    <a16:creationId xmlns:a16="http://schemas.microsoft.com/office/drawing/2014/main" id="{EA546A6F-3AD8-9480-3278-894CA1FBCDD4}"/>
                  </a:ext>
                </a:extLst>
              </p:cNvPr>
              <p:cNvSpPr txBox="1"/>
              <p:nvPr/>
            </p:nvSpPr>
            <p:spPr>
              <a:xfrm>
                <a:off x="8525581" y="1268296"/>
                <a:ext cx="291600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kumimoji="1" lang="en-US" altLang="zh-TW" sz="1200" i="1" dirty="0">
                    <a:latin typeface="Cambria Math" panose="02040503050406030204" pitchFamily="18" charset="0"/>
                  </a:rPr>
                  <a:t>d</a:t>
                </a:r>
                <a:endParaRPr kumimoji="1" lang="zh-TW" altLang="en-US" sz="1200" i="1">
                  <a:latin typeface="Cambria Math" panose="02040503050406030204" pitchFamily="18" charset="0"/>
                </a:endParaRPr>
              </a:p>
            </p:txBody>
          </p:sp>
        </p:grpSp>
        <p:grpSp>
          <p:nvGrpSpPr>
            <p:cNvPr id="429" name="群組 428">
              <a:extLst>
                <a:ext uri="{FF2B5EF4-FFF2-40B4-BE49-F238E27FC236}">
                  <a16:creationId xmlns:a16="http://schemas.microsoft.com/office/drawing/2014/main" id="{01BA5DCA-DBDF-2C47-238D-ADFCE7242B7E}"/>
                </a:ext>
              </a:extLst>
            </p:cNvPr>
            <p:cNvGrpSpPr/>
            <p:nvPr/>
          </p:nvGrpSpPr>
          <p:grpSpPr>
            <a:xfrm>
              <a:off x="9570647" y="1248522"/>
              <a:ext cx="291600" cy="291600"/>
              <a:chOff x="8525581" y="1256340"/>
              <a:chExt cx="291600" cy="291600"/>
            </a:xfrm>
          </p:grpSpPr>
          <p:sp>
            <p:nvSpPr>
              <p:cNvPr id="430" name="矩形 429">
                <a:extLst>
                  <a:ext uri="{FF2B5EF4-FFF2-40B4-BE49-F238E27FC236}">
                    <a16:creationId xmlns:a16="http://schemas.microsoft.com/office/drawing/2014/main" id="{C22942F3-A2F0-3C51-1244-62D6783497D3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8525581" y="1256340"/>
                <a:ext cx="291600" cy="2916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kumimoji="1" lang="zh-TW" altLang="en-US"/>
              </a:p>
            </p:txBody>
          </p:sp>
          <p:sp>
            <p:nvSpPr>
              <p:cNvPr id="431" name="文字方塊 430">
                <a:extLst>
                  <a:ext uri="{FF2B5EF4-FFF2-40B4-BE49-F238E27FC236}">
                    <a16:creationId xmlns:a16="http://schemas.microsoft.com/office/drawing/2014/main" id="{27DBEB2C-808D-BE66-73ED-97150833049B}"/>
                  </a:ext>
                </a:extLst>
              </p:cNvPr>
              <p:cNvSpPr txBox="1"/>
              <p:nvPr/>
            </p:nvSpPr>
            <p:spPr>
              <a:xfrm>
                <a:off x="8525581" y="1268296"/>
                <a:ext cx="291600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kumimoji="1" lang="en-US" altLang="zh-TW" sz="1200" i="1" dirty="0">
                    <a:latin typeface="Cambria Math" panose="02040503050406030204" pitchFamily="18" charset="0"/>
                  </a:rPr>
                  <a:t>d</a:t>
                </a:r>
                <a:endParaRPr kumimoji="1" lang="zh-TW" altLang="en-US" sz="1200" i="1">
                  <a:latin typeface="Cambria Math" panose="02040503050406030204" pitchFamily="18" charset="0"/>
                </a:endParaRPr>
              </a:p>
            </p:txBody>
          </p:sp>
        </p:grp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433" name="文字方塊 432">
                <a:extLst>
                  <a:ext uri="{FF2B5EF4-FFF2-40B4-BE49-F238E27FC236}">
                    <a16:creationId xmlns:a16="http://schemas.microsoft.com/office/drawing/2014/main" id="{C4E189E8-CCD3-C4D9-863D-1286E80F3AB8}"/>
                  </a:ext>
                </a:extLst>
              </p:cNvPr>
              <p:cNvSpPr txBox="1"/>
              <p:nvPr/>
            </p:nvSpPr>
            <p:spPr>
              <a:xfrm>
                <a:off x="9528230" y="1859821"/>
                <a:ext cx="979684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kumimoji="1" lang="en-US" altLang="zh-TW" sz="120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𝐴</m:t>
                    </m:r>
                    <m:r>
                      <a:rPr kumimoji="1" lang="en-US" altLang="zh-TW" sz="120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 = 4 </m:t>
                    </m:r>
                  </m:oMath>
                </a14:m>
                <a:r>
                  <a:rPr kumimoji="1" lang="en-US" altLang="zh-TW" sz="1200" dirty="0">
                    <a:cs typeface="Times New Roman" panose="02020603050405020304" pitchFamily="18" charset="0"/>
                  </a:rPr>
                  <a:t>slots</a:t>
                </a:r>
                <a:endParaRPr kumimoji="1" lang="zh-TW" altLang="en-US" sz="1200"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433" name="文字方塊 432">
                <a:extLst>
                  <a:ext uri="{FF2B5EF4-FFF2-40B4-BE49-F238E27FC236}">
                    <a16:creationId xmlns:a16="http://schemas.microsoft.com/office/drawing/2014/main" id="{C4E189E8-CCD3-C4D9-863D-1286E80F3A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28230" y="1859821"/>
                <a:ext cx="979684" cy="276999"/>
              </a:xfrm>
              <a:prstGeom prst="rect">
                <a:avLst/>
              </a:prstGeom>
              <a:blipFill>
                <a:blip r:embed="rId12"/>
                <a:stretch>
                  <a:fillRect b="-1304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34" name="左大括弧 433">
            <a:extLst>
              <a:ext uri="{FF2B5EF4-FFF2-40B4-BE49-F238E27FC236}">
                <a16:creationId xmlns:a16="http://schemas.microsoft.com/office/drawing/2014/main" id="{F9A3EF2D-571B-1177-1F35-20002409E916}"/>
              </a:ext>
            </a:extLst>
          </p:cNvPr>
          <p:cNvSpPr/>
          <p:nvPr/>
        </p:nvSpPr>
        <p:spPr>
          <a:xfrm rot="16200000">
            <a:off x="9958867" y="1147011"/>
            <a:ext cx="129600" cy="1319406"/>
          </a:xfrm>
          <a:prstGeom prst="leftBrace">
            <a:avLst/>
          </a:prstGeom>
          <a:ln w="12700">
            <a:solidFill>
              <a:schemeClr val="bg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p:grpSp>
        <p:nvGrpSpPr>
          <p:cNvPr id="440" name="群組 439">
            <a:extLst>
              <a:ext uri="{FF2B5EF4-FFF2-40B4-BE49-F238E27FC236}">
                <a16:creationId xmlns:a16="http://schemas.microsoft.com/office/drawing/2014/main" id="{621D7937-1F26-2990-0684-CEE7795D726B}"/>
              </a:ext>
            </a:extLst>
          </p:cNvPr>
          <p:cNvGrpSpPr/>
          <p:nvPr/>
        </p:nvGrpSpPr>
        <p:grpSpPr>
          <a:xfrm>
            <a:off x="8834749" y="2471914"/>
            <a:ext cx="2348832" cy="1305615"/>
            <a:chOff x="1277123" y="4094598"/>
            <a:chExt cx="2348832" cy="1305615"/>
          </a:xfrm>
        </p:grpSpPr>
        <p:sp>
          <p:nvSpPr>
            <p:cNvPr id="438" name="圓角矩形 437">
              <a:extLst>
                <a:ext uri="{FF2B5EF4-FFF2-40B4-BE49-F238E27FC236}">
                  <a16:creationId xmlns:a16="http://schemas.microsoft.com/office/drawing/2014/main" id="{54295875-B39E-4579-5D51-5ECBAA527F50}"/>
                </a:ext>
              </a:extLst>
            </p:cNvPr>
            <p:cNvSpPr/>
            <p:nvPr/>
          </p:nvSpPr>
          <p:spPr>
            <a:xfrm>
              <a:off x="1287700" y="4094598"/>
              <a:ext cx="2309226" cy="1305615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  <a:prstDash val="dash"/>
            </a:ln>
          </p:spPr>
          <p:style>
            <a:lnRef idx="2">
              <a:schemeClr val="accent3"/>
            </a:lnRef>
            <a:fillRef idx="1">
              <a:schemeClr val="lt1"/>
            </a:fillRef>
            <a:effectRef idx="0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435" name="文字方塊 434">
              <a:extLst>
                <a:ext uri="{FF2B5EF4-FFF2-40B4-BE49-F238E27FC236}">
                  <a16:creationId xmlns:a16="http://schemas.microsoft.com/office/drawing/2014/main" id="{D25B970F-8EAB-2E95-E8E9-BA9E3E8858CB}"/>
                </a:ext>
              </a:extLst>
            </p:cNvPr>
            <p:cNvSpPr txBox="1"/>
            <p:nvPr/>
          </p:nvSpPr>
          <p:spPr>
            <a:xfrm>
              <a:off x="1277123" y="4156563"/>
              <a:ext cx="234883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zh-TW" sz="1200" dirty="0">
                  <a:cs typeface="Times New Roman" panose="02020603050405020304" pitchFamily="18" charset="0"/>
                </a:rPr>
                <a:t>Graph Recommender (GNN) </a:t>
              </a:r>
              <a:endParaRPr kumimoji="1" lang="zh-TW" altLang="en-US" sz="1200" dirty="0">
                <a:cs typeface="Times New Roman" panose="02020603050405020304" pitchFamily="18" charset="0"/>
              </a:endParaRPr>
            </a:p>
          </p:txBody>
        </p:sp>
        <p:grpSp>
          <p:nvGrpSpPr>
            <p:cNvPr id="439" name="群組 438">
              <a:extLst>
                <a:ext uri="{FF2B5EF4-FFF2-40B4-BE49-F238E27FC236}">
                  <a16:creationId xmlns:a16="http://schemas.microsoft.com/office/drawing/2014/main" id="{1DB24F12-ED84-D11E-DEF3-188CB29C6C04}"/>
                </a:ext>
              </a:extLst>
            </p:cNvPr>
            <p:cNvGrpSpPr/>
            <p:nvPr/>
          </p:nvGrpSpPr>
          <p:grpSpPr>
            <a:xfrm>
              <a:off x="1340170" y="4557062"/>
              <a:ext cx="1967739" cy="693839"/>
              <a:chOff x="1349314" y="4529630"/>
              <a:chExt cx="1967739" cy="693839"/>
            </a:xfrm>
          </p:grpSpPr>
          <p:grpSp>
            <p:nvGrpSpPr>
              <p:cNvPr id="338" name="群組 337">
                <a:extLst>
                  <a:ext uri="{FF2B5EF4-FFF2-40B4-BE49-F238E27FC236}">
                    <a16:creationId xmlns:a16="http://schemas.microsoft.com/office/drawing/2014/main" id="{B465A71B-FBA5-281B-A27D-EF37466448A4}"/>
                  </a:ext>
                </a:extLst>
              </p:cNvPr>
              <p:cNvGrpSpPr/>
              <p:nvPr/>
            </p:nvGrpSpPr>
            <p:grpSpPr>
              <a:xfrm>
                <a:off x="2024417" y="4529630"/>
                <a:ext cx="1292636" cy="677686"/>
                <a:chOff x="8066727" y="2162559"/>
                <a:chExt cx="1292636" cy="677686"/>
              </a:xfrm>
            </p:grpSpPr>
            <p:sp>
              <p:nvSpPr>
                <p:cNvPr id="274" name="橢圓 273">
                  <a:extLst>
                    <a:ext uri="{FF2B5EF4-FFF2-40B4-BE49-F238E27FC236}">
                      <a16:creationId xmlns:a16="http://schemas.microsoft.com/office/drawing/2014/main" id="{19BC6A25-FAD8-7487-89B8-CEFE78A7C354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8068567" y="2250371"/>
                  <a:ext cx="180000" cy="180000"/>
                </a:xfrm>
                <a:prstGeom prst="ellipse">
                  <a:avLst/>
                </a:prstGeom>
                <a:solidFill>
                  <a:schemeClr val="bg1"/>
                </a:solidFill>
                <a:ln w="12700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TW" altLang="en-US"/>
                </a:p>
              </p:txBody>
            </p:sp>
            <p:sp>
              <p:nvSpPr>
                <p:cNvPr id="276" name="橢圓 275">
                  <a:extLst>
                    <a:ext uri="{FF2B5EF4-FFF2-40B4-BE49-F238E27FC236}">
                      <a16:creationId xmlns:a16="http://schemas.microsoft.com/office/drawing/2014/main" id="{68F6124C-7DD4-67F0-F88B-638B285B8469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8066727" y="2634606"/>
                  <a:ext cx="180000" cy="180000"/>
                </a:xfrm>
                <a:prstGeom prst="ellipse">
                  <a:avLst/>
                </a:prstGeom>
                <a:solidFill>
                  <a:schemeClr val="bg1"/>
                </a:solidFill>
                <a:ln w="12700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TW" altLang="en-US"/>
                </a:p>
              </p:txBody>
            </p:sp>
            <p:sp>
              <p:nvSpPr>
                <p:cNvPr id="277" name="橢圓 276">
                  <a:extLst>
                    <a:ext uri="{FF2B5EF4-FFF2-40B4-BE49-F238E27FC236}">
                      <a16:creationId xmlns:a16="http://schemas.microsoft.com/office/drawing/2014/main" id="{488B210E-B0DE-B6AE-7DF6-B04170C4C563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8315333" y="2250886"/>
                  <a:ext cx="180000" cy="180000"/>
                </a:xfrm>
                <a:prstGeom prst="ellipse">
                  <a:avLst/>
                </a:prstGeom>
                <a:solidFill>
                  <a:schemeClr val="bg1"/>
                </a:solidFill>
                <a:ln w="12700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TW" altLang="en-US"/>
                </a:p>
              </p:txBody>
            </p:sp>
            <p:sp>
              <p:nvSpPr>
                <p:cNvPr id="278" name="橢圓 277">
                  <a:extLst>
                    <a:ext uri="{FF2B5EF4-FFF2-40B4-BE49-F238E27FC236}">
                      <a16:creationId xmlns:a16="http://schemas.microsoft.com/office/drawing/2014/main" id="{EC44DDEA-0AF0-03D1-99EB-B57D0C60D769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8315333" y="2634606"/>
                  <a:ext cx="180000" cy="180000"/>
                </a:xfrm>
                <a:prstGeom prst="ellipse">
                  <a:avLst/>
                </a:prstGeom>
                <a:solidFill>
                  <a:schemeClr val="bg1"/>
                </a:solidFill>
                <a:ln w="12700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TW" altLang="en-US"/>
                </a:p>
              </p:txBody>
            </p:sp>
            <p:sp>
              <p:nvSpPr>
                <p:cNvPr id="279" name="橢圓 278">
                  <a:extLst>
                    <a:ext uri="{FF2B5EF4-FFF2-40B4-BE49-F238E27FC236}">
                      <a16:creationId xmlns:a16="http://schemas.microsoft.com/office/drawing/2014/main" id="{B6AD3022-913C-051E-7F49-0181BECA52F6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9179363" y="2250371"/>
                  <a:ext cx="180000" cy="180000"/>
                </a:xfrm>
                <a:prstGeom prst="ellipse">
                  <a:avLst/>
                </a:prstGeom>
                <a:solidFill>
                  <a:schemeClr val="bg1"/>
                </a:solidFill>
                <a:ln w="12700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TW" altLang="en-US"/>
                </a:p>
              </p:txBody>
            </p:sp>
            <p:sp>
              <p:nvSpPr>
                <p:cNvPr id="280" name="橢圓 279">
                  <a:extLst>
                    <a:ext uri="{FF2B5EF4-FFF2-40B4-BE49-F238E27FC236}">
                      <a16:creationId xmlns:a16="http://schemas.microsoft.com/office/drawing/2014/main" id="{A4F8EA91-040F-110C-88DE-B12341B538B3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9179363" y="2634606"/>
                  <a:ext cx="180000" cy="180000"/>
                </a:xfrm>
                <a:prstGeom prst="ellipse">
                  <a:avLst/>
                </a:prstGeom>
                <a:solidFill>
                  <a:schemeClr val="bg1"/>
                </a:solidFill>
                <a:ln w="12700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TW" altLang="en-US"/>
                </a:p>
              </p:txBody>
            </p:sp>
            <p:sp>
              <p:nvSpPr>
                <p:cNvPr id="281" name="橢圓 280">
                  <a:extLst>
                    <a:ext uri="{FF2B5EF4-FFF2-40B4-BE49-F238E27FC236}">
                      <a16:creationId xmlns:a16="http://schemas.microsoft.com/office/drawing/2014/main" id="{7431B36F-2CB6-CEE8-E943-3EADC64846D7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8566550" y="2250371"/>
                  <a:ext cx="180000" cy="180000"/>
                </a:xfrm>
                <a:prstGeom prst="ellipse">
                  <a:avLst/>
                </a:prstGeom>
                <a:solidFill>
                  <a:schemeClr val="bg1"/>
                </a:solidFill>
                <a:ln w="12700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TW" altLang="en-US"/>
                </a:p>
              </p:txBody>
            </p:sp>
            <p:sp>
              <p:nvSpPr>
                <p:cNvPr id="282" name="橢圓 281">
                  <a:extLst>
                    <a:ext uri="{FF2B5EF4-FFF2-40B4-BE49-F238E27FC236}">
                      <a16:creationId xmlns:a16="http://schemas.microsoft.com/office/drawing/2014/main" id="{65ACB05B-4013-BF1D-B5E3-4FF7CE47815E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8566550" y="2634091"/>
                  <a:ext cx="180000" cy="180000"/>
                </a:xfrm>
                <a:prstGeom prst="ellipse">
                  <a:avLst/>
                </a:prstGeom>
                <a:solidFill>
                  <a:schemeClr val="bg1"/>
                </a:solidFill>
                <a:ln w="12700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:endParaRPr kumimoji="1" lang="zh-TW" altLang="en-US"/>
                </a:p>
              </p:txBody>
            </p:sp>
            <p:cxnSp>
              <p:nvCxnSpPr>
                <p:cNvPr id="284" name="直線接點 283">
                  <a:extLst>
                    <a:ext uri="{FF2B5EF4-FFF2-40B4-BE49-F238E27FC236}">
                      <a16:creationId xmlns:a16="http://schemas.microsoft.com/office/drawing/2014/main" id="{762B56D2-FF83-E8C9-AA51-BFB7CCFBE2D5}"/>
                    </a:ext>
                  </a:extLst>
                </p:cNvPr>
                <p:cNvCxnSpPr>
                  <a:cxnSpLocks/>
                  <a:stCxn id="274" idx="4"/>
                  <a:endCxn id="276" idx="0"/>
                </p:cNvCxnSpPr>
                <p:nvPr/>
              </p:nvCxnSpPr>
              <p:spPr>
                <a:xfrm flipH="1">
                  <a:off x="8156727" y="2430371"/>
                  <a:ext cx="1840" cy="204235"/>
                </a:xfrm>
                <a:prstGeom prst="line">
                  <a:avLst/>
                </a:prstGeom>
                <a:ln w="12700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87" name="直線接點 286">
                  <a:extLst>
                    <a:ext uri="{FF2B5EF4-FFF2-40B4-BE49-F238E27FC236}">
                      <a16:creationId xmlns:a16="http://schemas.microsoft.com/office/drawing/2014/main" id="{C101346C-A5E2-CFCA-C749-6220CC38546F}"/>
                    </a:ext>
                  </a:extLst>
                </p:cNvPr>
                <p:cNvCxnSpPr>
                  <a:cxnSpLocks/>
                  <a:stCxn id="274" idx="4"/>
                  <a:endCxn id="278" idx="0"/>
                </p:cNvCxnSpPr>
                <p:nvPr/>
              </p:nvCxnSpPr>
              <p:spPr>
                <a:xfrm>
                  <a:off x="8158567" y="2430371"/>
                  <a:ext cx="246766" cy="204235"/>
                </a:xfrm>
                <a:prstGeom prst="line">
                  <a:avLst/>
                </a:prstGeom>
                <a:ln w="12700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90" name="直線接點 289">
                  <a:extLst>
                    <a:ext uri="{FF2B5EF4-FFF2-40B4-BE49-F238E27FC236}">
                      <a16:creationId xmlns:a16="http://schemas.microsoft.com/office/drawing/2014/main" id="{E2816116-5F72-14EE-8A92-1A78F324E1C9}"/>
                    </a:ext>
                  </a:extLst>
                </p:cNvPr>
                <p:cNvCxnSpPr>
                  <a:cxnSpLocks/>
                  <a:stCxn id="277" idx="4"/>
                  <a:endCxn id="276" idx="0"/>
                </p:cNvCxnSpPr>
                <p:nvPr/>
              </p:nvCxnSpPr>
              <p:spPr>
                <a:xfrm flipH="1">
                  <a:off x="8156727" y="2430886"/>
                  <a:ext cx="248606" cy="203720"/>
                </a:xfrm>
                <a:prstGeom prst="line">
                  <a:avLst/>
                </a:prstGeom>
                <a:ln w="12700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93" name="直線接點 292">
                  <a:extLst>
                    <a:ext uri="{FF2B5EF4-FFF2-40B4-BE49-F238E27FC236}">
                      <a16:creationId xmlns:a16="http://schemas.microsoft.com/office/drawing/2014/main" id="{328BD393-835A-27FB-BB28-F83B0D3F4BD6}"/>
                    </a:ext>
                  </a:extLst>
                </p:cNvPr>
                <p:cNvCxnSpPr>
                  <a:cxnSpLocks/>
                  <a:stCxn id="277" idx="4"/>
                  <a:endCxn id="278" idx="0"/>
                </p:cNvCxnSpPr>
                <p:nvPr/>
              </p:nvCxnSpPr>
              <p:spPr>
                <a:xfrm>
                  <a:off x="8405333" y="2430886"/>
                  <a:ext cx="0" cy="203720"/>
                </a:xfrm>
                <a:prstGeom prst="line">
                  <a:avLst/>
                </a:prstGeom>
                <a:ln w="12700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96" name="直線接點 295">
                  <a:extLst>
                    <a:ext uri="{FF2B5EF4-FFF2-40B4-BE49-F238E27FC236}">
                      <a16:creationId xmlns:a16="http://schemas.microsoft.com/office/drawing/2014/main" id="{DB5D2E95-A3E8-2166-6B2B-84734F3DFCD9}"/>
                    </a:ext>
                  </a:extLst>
                </p:cNvPr>
                <p:cNvCxnSpPr>
                  <a:cxnSpLocks/>
                  <a:stCxn id="281" idx="4"/>
                  <a:endCxn id="282" idx="0"/>
                </p:cNvCxnSpPr>
                <p:nvPr/>
              </p:nvCxnSpPr>
              <p:spPr>
                <a:xfrm>
                  <a:off x="8656550" y="2430371"/>
                  <a:ext cx="0" cy="203720"/>
                </a:xfrm>
                <a:prstGeom prst="line">
                  <a:avLst/>
                </a:prstGeom>
                <a:ln w="12700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99" name="直線接點 298">
                  <a:extLst>
                    <a:ext uri="{FF2B5EF4-FFF2-40B4-BE49-F238E27FC236}">
                      <a16:creationId xmlns:a16="http://schemas.microsoft.com/office/drawing/2014/main" id="{ADD97F2B-CA96-3508-6562-FDE89257BA5F}"/>
                    </a:ext>
                  </a:extLst>
                </p:cNvPr>
                <p:cNvCxnSpPr>
                  <a:cxnSpLocks/>
                  <a:stCxn id="277" idx="4"/>
                  <a:endCxn id="282" idx="0"/>
                </p:cNvCxnSpPr>
                <p:nvPr/>
              </p:nvCxnSpPr>
              <p:spPr>
                <a:xfrm>
                  <a:off x="8405333" y="2430886"/>
                  <a:ext cx="251217" cy="203205"/>
                </a:xfrm>
                <a:prstGeom prst="line">
                  <a:avLst/>
                </a:prstGeom>
                <a:ln w="12700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02" name="直線接點 301">
                  <a:extLst>
                    <a:ext uri="{FF2B5EF4-FFF2-40B4-BE49-F238E27FC236}">
                      <a16:creationId xmlns:a16="http://schemas.microsoft.com/office/drawing/2014/main" id="{43AADD12-7099-FA51-E8FF-F90284D9AC83}"/>
                    </a:ext>
                  </a:extLst>
                </p:cNvPr>
                <p:cNvCxnSpPr>
                  <a:cxnSpLocks/>
                  <a:stCxn id="281" idx="4"/>
                  <a:endCxn id="280" idx="0"/>
                </p:cNvCxnSpPr>
                <p:nvPr/>
              </p:nvCxnSpPr>
              <p:spPr>
                <a:xfrm>
                  <a:off x="8656550" y="2430371"/>
                  <a:ext cx="612813" cy="204235"/>
                </a:xfrm>
                <a:prstGeom prst="line">
                  <a:avLst/>
                </a:prstGeom>
                <a:ln w="12700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05" name="文字方塊 304">
                  <a:extLst>
                    <a:ext uri="{FF2B5EF4-FFF2-40B4-BE49-F238E27FC236}">
                      <a16:creationId xmlns:a16="http://schemas.microsoft.com/office/drawing/2014/main" id="{351EC185-8816-952E-6082-716155CE6D27}"/>
                    </a:ext>
                  </a:extLst>
                </p:cNvPr>
                <p:cNvSpPr txBox="1"/>
                <p:nvPr/>
              </p:nvSpPr>
              <p:spPr>
                <a:xfrm>
                  <a:off x="8714648" y="2162559"/>
                  <a:ext cx="512478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kumimoji="1" lang="en-US" altLang="zh-TW" sz="1200" dirty="0">
                      <a:solidFill>
                        <a:schemeClr val="bg2">
                          <a:lumMod val="75000"/>
                        </a:schemeClr>
                      </a:solidFill>
                      <a:cs typeface="Times New Roman" panose="02020603050405020304" pitchFamily="18" charset="0"/>
                    </a:rPr>
                    <a:t>. . .  </a:t>
                  </a:r>
                  <a:endParaRPr kumimoji="1" lang="zh-TW" altLang="en-US" sz="1200">
                    <a:solidFill>
                      <a:schemeClr val="bg2">
                        <a:lumMod val="75000"/>
                      </a:schemeClr>
                    </a:solidFill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06" name="文字方塊 305">
                  <a:extLst>
                    <a:ext uri="{FF2B5EF4-FFF2-40B4-BE49-F238E27FC236}">
                      <a16:creationId xmlns:a16="http://schemas.microsoft.com/office/drawing/2014/main" id="{AC02CB82-BD29-FC59-6617-9AED12C220C6}"/>
                    </a:ext>
                  </a:extLst>
                </p:cNvPr>
                <p:cNvSpPr txBox="1"/>
                <p:nvPr/>
              </p:nvSpPr>
              <p:spPr>
                <a:xfrm>
                  <a:off x="8725281" y="2563246"/>
                  <a:ext cx="512478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kumimoji="1" lang="en-US" altLang="zh-TW" sz="1200" dirty="0">
                      <a:solidFill>
                        <a:schemeClr val="bg2">
                          <a:lumMod val="75000"/>
                        </a:schemeClr>
                      </a:solidFill>
                      <a:cs typeface="Times New Roman" panose="02020603050405020304" pitchFamily="18" charset="0"/>
                    </a:rPr>
                    <a:t>. . .  </a:t>
                  </a:r>
                  <a:endParaRPr kumimoji="1" lang="zh-TW" altLang="en-US" sz="1200" dirty="0">
                    <a:solidFill>
                      <a:schemeClr val="bg2">
                        <a:lumMod val="75000"/>
                      </a:schemeClr>
                    </a:solidFill>
                    <a:cs typeface="Times New Roman" panose="02020603050405020304" pitchFamily="18" charset="0"/>
                  </a:endParaRPr>
                </a:p>
              </p:txBody>
            </p:sp>
            <p:cxnSp>
              <p:nvCxnSpPr>
                <p:cNvPr id="307" name="直線接點 306">
                  <a:extLst>
                    <a:ext uri="{FF2B5EF4-FFF2-40B4-BE49-F238E27FC236}">
                      <a16:creationId xmlns:a16="http://schemas.microsoft.com/office/drawing/2014/main" id="{B266201D-6006-29D3-1D20-A4107579F706}"/>
                    </a:ext>
                  </a:extLst>
                </p:cNvPr>
                <p:cNvCxnSpPr>
                  <a:cxnSpLocks/>
                  <a:stCxn id="279" idx="4"/>
                  <a:endCxn id="280" idx="0"/>
                </p:cNvCxnSpPr>
                <p:nvPr/>
              </p:nvCxnSpPr>
              <p:spPr>
                <a:xfrm>
                  <a:off x="9269363" y="2430371"/>
                  <a:ext cx="0" cy="204235"/>
                </a:xfrm>
                <a:prstGeom prst="line">
                  <a:avLst/>
                </a:prstGeom>
                <a:ln w="12700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10" name="直線接點 309">
                  <a:extLst>
                    <a:ext uri="{FF2B5EF4-FFF2-40B4-BE49-F238E27FC236}">
                      <a16:creationId xmlns:a16="http://schemas.microsoft.com/office/drawing/2014/main" id="{9E40CEEA-EB25-D0F0-E912-DAB62C11963A}"/>
                    </a:ext>
                  </a:extLst>
                </p:cNvPr>
                <p:cNvCxnSpPr>
                  <a:cxnSpLocks/>
                  <a:stCxn id="279" idx="4"/>
                  <a:endCxn id="282" idx="0"/>
                </p:cNvCxnSpPr>
                <p:nvPr/>
              </p:nvCxnSpPr>
              <p:spPr>
                <a:xfrm flipH="1">
                  <a:off x="8656550" y="2430371"/>
                  <a:ext cx="612813" cy="203720"/>
                </a:xfrm>
                <a:prstGeom prst="line">
                  <a:avLst/>
                </a:prstGeom>
                <a:ln w="12700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14" name="直線接點 313">
                  <a:extLst>
                    <a:ext uri="{FF2B5EF4-FFF2-40B4-BE49-F238E27FC236}">
                      <a16:creationId xmlns:a16="http://schemas.microsoft.com/office/drawing/2014/main" id="{56B3129D-4806-700F-44BD-E60DCD7007F1}"/>
                    </a:ext>
                  </a:extLst>
                </p:cNvPr>
                <p:cNvCxnSpPr>
                  <a:cxnSpLocks/>
                  <a:stCxn id="281" idx="4"/>
                  <a:endCxn id="278" idx="0"/>
                </p:cNvCxnSpPr>
                <p:nvPr/>
              </p:nvCxnSpPr>
              <p:spPr>
                <a:xfrm flipH="1">
                  <a:off x="8405333" y="2430371"/>
                  <a:ext cx="251217" cy="204235"/>
                </a:xfrm>
                <a:prstGeom prst="line">
                  <a:avLst/>
                </a:prstGeom>
                <a:ln w="12700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17" name="直線接點 316">
                  <a:extLst>
                    <a:ext uri="{FF2B5EF4-FFF2-40B4-BE49-F238E27FC236}">
                      <a16:creationId xmlns:a16="http://schemas.microsoft.com/office/drawing/2014/main" id="{61691722-2150-34E0-F0F9-FC09B8F9F301}"/>
                    </a:ext>
                  </a:extLst>
                </p:cNvPr>
                <p:cNvCxnSpPr>
                  <a:cxnSpLocks/>
                  <a:stCxn id="274" idx="4"/>
                  <a:endCxn id="282" idx="0"/>
                </p:cNvCxnSpPr>
                <p:nvPr/>
              </p:nvCxnSpPr>
              <p:spPr>
                <a:xfrm>
                  <a:off x="8158567" y="2430371"/>
                  <a:ext cx="497983" cy="203720"/>
                </a:xfrm>
                <a:prstGeom prst="line">
                  <a:avLst/>
                </a:prstGeom>
                <a:ln w="12700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20" name="直線接點 319">
                  <a:extLst>
                    <a:ext uri="{FF2B5EF4-FFF2-40B4-BE49-F238E27FC236}">
                      <a16:creationId xmlns:a16="http://schemas.microsoft.com/office/drawing/2014/main" id="{9BA77315-3772-8B77-0749-AF6BDDEC253D}"/>
                    </a:ext>
                  </a:extLst>
                </p:cNvPr>
                <p:cNvCxnSpPr>
                  <a:cxnSpLocks/>
                  <a:stCxn id="281" idx="4"/>
                  <a:endCxn id="276" idx="0"/>
                </p:cNvCxnSpPr>
                <p:nvPr/>
              </p:nvCxnSpPr>
              <p:spPr>
                <a:xfrm flipH="1">
                  <a:off x="8156727" y="2430371"/>
                  <a:ext cx="499823" cy="204235"/>
                </a:xfrm>
                <a:prstGeom prst="line">
                  <a:avLst/>
                </a:prstGeom>
                <a:ln w="12700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436" name="文字方塊 435">
                <a:extLst>
                  <a:ext uri="{FF2B5EF4-FFF2-40B4-BE49-F238E27FC236}">
                    <a16:creationId xmlns:a16="http://schemas.microsoft.com/office/drawing/2014/main" id="{12F098BC-4654-3E18-AA22-69304A5FDE18}"/>
                  </a:ext>
                </a:extLst>
              </p:cNvPr>
              <p:cNvSpPr txBox="1"/>
              <p:nvPr/>
            </p:nvSpPr>
            <p:spPr>
              <a:xfrm>
                <a:off x="1349314" y="4587562"/>
                <a:ext cx="750203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en-US" altLang="zh-TW" sz="1000" dirty="0">
                    <a:cs typeface="Times New Roman" panose="02020603050405020304" pitchFamily="18" charset="0"/>
                  </a:rPr>
                  <a:t>Layer 1</a:t>
                </a:r>
                <a:endParaRPr kumimoji="1" lang="zh-TW" altLang="en-US" sz="1000" dirty="0">
                  <a:cs typeface="Times New Roman" panose="02020603050405020304" pitchFamily="18" charset="0"/>
                </a:endParaRPr>
              </a:p>
            </p:txBody>
          </p:sp>
          <p:sp>
            <p:nvSpPr>
              <p:cNvPr id="437" name="文字方塊 436">
                <a:extLst>
                  <a:ext uri="{FF2B5EF4-FFF2-40B4-BE49-F238E27FC236}">
                    <a16:creationId xmlns:a16="http://schemas.microsoft.com/office/drawing/2014/main" id="{4DD58A54-E0CD-F1FA-250B-5C4D9A5AD9B1}"/>
                  </a:ext>
                </a:extLst>
              </p:cNvPr>
              <p:cNvSpPr txBox="1"/>
              <p:nvPr/>
            </p:nvSpPr>
            <p:spPr>
              <a:xfrm>
                <a:off x="1354141" y="4977248"/>
                <a:ext cx="750203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en-US" altLang="zh-TW" sz="1000" dirty="0">
                    <a:cs typeface="Times New Roman" panose="02020603050405020304" pitchFamily="18" charset="0"/>
                  </a:rPr>
                  <a:t>Layer 0</a:t>
                </a:r>
                <a:endParaRPr kumimoji="1" lang="zh-TW" altLang="en-US" sz="1000">
                  <a:cs typeface="Times New Roman" panose="02020603050405020304" pitchFamily="18" charset="0"/>
                </a:endParaRPr>
              </a:p>
            </p:txBody>
          </p:sp>
        </p:grpSp>
      </p:grpSp>
      <p:cxnSp>
        <p:nvCxnSpPr>
          <p:cNvPr id="442" name="直線箭頭接點 441">
            <a:extLst>
              <a:ext uri="{FF2B5EF4-FFF2-40B4-BE49-F238E27FC236}">
                <a16:creationId xmlns:a16="http://schemas.microsoft.com/office/drawing/2014/main" id="{1B8DD010-A417-DE30-A240-C9087C4EB3EE}"/>
              </a:ext>
            </a:extLst>
          </p:cNvPr>
          <p:cNvCxnSpPr>
            <a:cxnSpLocks/>
          </p:cNvCxnSpPr>
          <p:nvPr/>
        </p:nvCxnSpPr>
        <p:spPr>
          <a:xfrm>
            <a:off x="10027499" y="2136820"/>
            <a:ext cx="0" cy="216000"/>
          </a:xfrm>
          <a:prstGeom prst="straightConnector1">
            <a:avLst/>
          </a:prstGeom>
          <a:ln w="12700">
            <a:solidFill>
              <a:schemeClr val="bg2">
                <a:lumMod val="75000"/>
              </a:schemeClr>
            </a:solidFill>
            <a:prstDash val="sysDash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43" name="文字方塊 442">
            <a:extLst>
              <a:ext uri="{FF2B5EF4-FFF2-40B4-BE49-F238E27FC236}">
                <a16:creationId xmlns:a16="http://schemas.microsoft.com/office/drawing/2014/main" id="{EBF05C31-481F-1F44-C3F1-0CF0D9020A85}"/>
              </a:ext>
            </a:extLst>
          </p:cNvPr>
          <p:cNvSpPr txBox="1"/>
          <p:nvPr/>
        </p:nvSpPr>
        <p:spPr>
          <a:xfrm>
            <a:off x="7845552" y="6355080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kumimoji="1" lang="zh-TW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6" name="文字方塊 25">
                <a:extLst>
                  <a:ext uri="{FF2B5EF4-FFF2-40B4-BE49-F238E27FC236}">
                    <a16:creationId xmlns:a16="http://schemas.microsoft.com/office/drawing/2014/main" id="{91F77391-7571-8ACE-D319-DE88557A5154}"/>
                  </a:ext>
                </a:extLst>
              </p:cNvPr>
              <p:cNvSpPr txBox="1"/>
              <p:nvPr/>
            </p:nvSpPr>
            <p:spPr>
              <a:xfrm>
                <a:off x="6366439" y="2186970"/>
                <a:ext cx="1385436" cy="28450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acc>
                      <m:accPr>
                        <m:chr m:val="̃"/>
                        <m:ctrlPr>
                          <a:rPr kumimoji="1" lang="en-US" altLang="zh-TW" sz="120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kumimoji="1" lang="en-US" altLang="zh-TW" sz="1200" i="1"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</m:acc>
                    <m:r>
                      <a:rPr kumimoji="1" lang="en" altLang="zh-TW" sz="12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</m:oMath>
                </a14:m>
                <a:r>
                  <a:rPr kumimoji="1" lang="en" altLang="zh-TW" sz="12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kumimoji="1" lang="en-US" altLang="zh-TW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kumimoji="1" lang="en-US" altLang="zh-TW" sz="1200" i="1" smtClean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kumimoji="1" lang="en-US" altLang="zh-TW" sz="12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sSub>
                      <m:sSubPr>
                        <m:ctrlPr>
                          <a:rPr kumimoji="1" lang="en-US" altLang="zh-TW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kumimoji="1" lang="el-GR" altLang="zh-TW" sz="1200">
                            <a:latin typeface="Cambria Math" panose="02040503050406030204" pitchFamily="18" charset="0"/>
                          </a:rPr>
                          <m:t>Σ</m:t>
                        </m:r>
                      </m:e>
                      <m:sub>
                        <m:r>
                          <a:rPr kumimoji="1" lang="en" altLang="zh-TW" sz="1200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sSubSup>
                      <m:sSubSupPr>
                        <m:ctrlPr>
                          <a:rPr kumimoji="1" lang="en-US" altLang="zh-TW" sz="12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kumimoji="1" lang="en-US" altLang="zh-TW" sz="1200" i="1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kumimoji="1" lang="en-US" altLang="zh-TW" sz="1200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kumimoji="1" lang="en-US" altLang="zh-TW" sz="1200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bSup>
                  </m:oMath>
                </a14:m>
                <a:endParaRPr kumimoji="1" lang="zh-TW" altLang="en-US" sz="1200" dirty="0"/>
              </a:p>
            </p:txBody>
          </p:sp>
        </mc:Choice>
        <mc:Fallback>
          <p:sp>
            <p:nvSpPr>
              <p:cNvPr id="26" name="文字方塊 25">
                <a:extLst>
                  <a:ext uri="{FF2B5EF4-FFF2-40B4-BE49-F238E27FC236}">
                    <a16:creationId xmlns:a16="http://schemas.microsoft.com/office/drawing/2014/main" id="{91F77391-7571-8ACE-D319-DE88557A515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66439" y="2186970"/>
                <a:ext cx="1385436" cy="284501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25" name="文字方塊 324">
                <a:extLst>
                  <a:ext uri="{FF2B5EF4-FFF2-40B4-BE49-F238E27FC236}">
                    <a16:creationId xmlns:a16="http://schemas.microsoft.com/office/drawing/2014/main" id="{849D84F8-B694-0791-F939-25511B9614A7}"/>
                  </a:ext>
                </a:extLst>
              </p:cNvPr>
              <p:cNvSpPr txBox="1"/>
              <p:nvPr/>
            </p:nvSpPr>
            <p:spPr>
              <a:xfrm>
                <a:off x="6824671" y="2604796"/>
                <a:ext cx="971934" cy="3234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kumimoji="1" lang="en-US" altLang="zh-TW" sz="1200" dirty="0">
                    <a:solidFill>
                      <a:schemeClr val="accent1"/>
                    </a:solidFill>
                  </a:rPr>
                  <a:t>take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kumimoji="1" lang="en" altLang="zh-TW" sz="120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kumimoji="1" lang="en" altLang="zh-TW" sz="120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kumimoji="1" lang="en-US" altLang="zh-TW" sz="12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sSubSup>
                      <m:sSubSupPr>
                        <m:ctrlPr>
                          <a:rPr kumimoji="1" lang="en-US" altLang="zh-TW" sz="12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kumimoji="1" lang="el-GR" altLang="zh-TW" sz="1200" i="0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Σ</m:t>
                        </m:r>
                      </m:e>
                      <m:sub>
                        <m:r>
                          <a:rPr kumimoji="1" lang="en-US" altLang="zh-TW" sz="12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kumimoji="1" lang="en-US" altLang="zh-TW" sz="1200" b="0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1/2</m:t>
                        </m:r>
                      </m:sup>
                    </m:sSubSup>
                  </m:oMath>
                </a14:m>
                <a:endParaRPr kumimoji="1" lang="zh-TW" altLang="en-US" sz="1200" dirty="0">
                  <a:solidFill>
                    <a:schemeClr val="accent1"/>
                  </a:solidFill>
                </a:endParaRPr>
              </a:p>
            </p:txBody>
          </p:sp>
        </mc:Choice>
        <mc:Fallback>
          <p:sp>
            <p:nvSpPr>
              <p:cNvPr id="325" name="文字方塊 324">
                <a:extLst>
                  <a:ext uri="{FF2B5EF4-FFF2-40B4-BE49-F238E27FC236}">
                    <a16:creationId xmlns:a16="http://schemas.microsoft.com/office/drawing/2014/main" id="{849D84F8-B694-0791-F939-25511B9614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24671" y="2604796"/>
                <a:ext cx="971934" cy="323486"/>
              </a:xfrm>
              <a:prstGeom prst="rect">
                <a:avLst/>
              </a:prstGeom>
              <a:blipFill>
                <a:blip r:embed="rId14"/>
                <a:stretch>
                  <a:fillRect b="-740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5" name="群組 64">
            <a:extLst>
              <a:ext uri="{FF2B5EF4-FFF2-40B4-BE49-F238E27FC236}">
                <a16:creationId xmlns:a16="http://schemas.microsoft.com/office/drawing/2014/main" id="{1FDDF550-E17C-763A-2767-4263CB5A95AC}"/>
              </a:ext>
            </a:extLst>
          </p:cNvPr>
          <p:cNvGrpSpPr/>
          <p:nvPr/>
        </p:nvGrpSpPr>
        <p:grpSpPr>
          <a:xfrm>
            <a:off x="6219917" y="3122131"/>
            <a:ext cx="716616" cy="1132377"/>
            <a:chOff x="6320524" y="2844812"/>
            <a:chExt cx="716616" cy="1132377"/>
          </a:xfrm>
        </p:grpSpPr>
        <p:grpSp>
          <p:nvGrpSpPr>
            <p:cNvPr id="393" name="群組 392">
              <a:extLst>
                <a:ext uri="{FF2B5EF4-FFF2-40B4-BE49-F238E27FC236}">
                  <a16:creationId xmlns:a16="http://schemas.microsoft.com/office/drawing/2014/main" id="{B073B853-FF27-F036-2421-679EDFA0B490}"/>
                </a:ext>
              </a:extLst>
            </p:cNvPr>
            <p:cNvGrpSpPr/>
            <p:nvPr/>
          </p:nvGrpSpPr>
          <p:grpSpPr>
            <a:xfrm>
              <a:off x="6711873" y="2897192"/>
              <a:ext cx="325267" cy="1079997"/>
              <a:chOff x="5966202" y="2941830"/>
              <a:chExt cx="325267" cy="1079997"/>
            </a:xfrm>
          </p:grpSpPr>
          <p:sp>
            <p:nvSpPr>
              <p:cNvPr id="340" name="矩形 339">
                <a:extLst>
                  <a:ext uri="{FF2B5EF4-FFF2-40B4-BE49-F238E27FC236}">
                    <a16:creationId xmlns:a16="http://schemas.microsoft.com/office/drawing/2014/main" id="{84D562E5-613D-13B5-6EA6-CEC979AF53C3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5966202" y="2941830"/>
                <a:ext cx="292636" cy="1079997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kumimoji="1" lang="zh-TW" altLang="en-US"/>
              </a:p>
            </p:txBody>
          </p:sp>
          <p:cxnSp>
            <p:nvCxnSpPr>
              <p:cNvPr id="384" name="直線接點 383">
                <a:extLst>
                  <a:ext uri="{FF2B5EF4-FFF2-40B4-BE49-F238E27FC236}">
                    <a16:creationId xmlns:a16="http://schemas.microsoft.com/office/drawing/2014/main" id="{BFFA4E3D-275A-0006-9A95-C8287051695B}"/>
                  </a:ext>
                </a:extLst>
              </p:cNvPr>
              <p:cNvCxnSpPr/>
              <p:nvPr/>
            </p:nvCxnSpPr>
            <p:spPr>
              <a:xfrm>
                <a:off x="5966202" y="3037920"/>
                <a:ext cx="292636" cy="0"/>
              </a:xfrm>
              <a:prstGeom prst="line">
                <a:avLst/>
              </a:prstGeom>
              <a:ln w="12700">
                <a:solidFill>
                  <a:schemeClr val="bg2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6" name="直線接點 385">
                <a:extLst>
                  <a:ext uri="{FF2B5EF4-FFF2-40B4-BE49-F238E27FC236}">
                    <a16:creationId xmlns:a16="http://schemas.microsoft.com/office/drawing/2014/main" id="{2692A761-1A6D-E30D-05DC-AE010F62B160}"/>
                  </a:ext>
                </a:extLst>
              </p:cNvPr>
              <p:cNvCxnSpPr/>
              <p:nvPr/>
            </p:nvCxnSpPr>
            <p:spPr>
              <a:xfrm>
                <a:off x="5966202" y="3133794"/>
                <a:ext cx="292636" cy="0"/>
              </a:xfrm>
              <a:prstGeom prst="line">
                <a:avLst/>
              </a:prstGeom>
              <a:ln w="12700">
                <a:solidFill>
                  <a:schemeClr val="bg2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7" name="直線接點 386">
                <a:extLst>
                  <a:ext uri="{FF2B5EF4-FFF2-40B4-BE49-F238E27FC236}">
                    <a16:creationId xmlns:a16="http://schemas.microsoft.com/office/drawing/2014/main" id="{FA1C758A-131E-C83E-CC90-F6B743C052BB}"/>
                  </a:ext>
                </a:extLst>
              </p:cNvPr>
              <p:cNvCxnSpPr/>
              <p:nvPr/>
            </p:nvCxnSpPr>
            <p:spPr>
              <a:xfrm>
                <a:off x="5966202" y="3941828"/>
                <a:ext cx="292636" cy="0"/>
              </a:xfrm>
              <a:prstGeom prst="line">
                <a:avLst/>
              </a:prstGeom>
              <a:ln w="12700">
                <a:solidFill>
                  <a:schemeClr val="bg2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8" name="直線接點 387">
                <a:extLst>
                  <a:ext uri="{FF2B5EF4-FFF2-40B4-BE49-F238E27FC236}">
                    <a16:creationId xmlns:a16="http://schemas.microsoft.com/office/drawing/2014/main" id="{B83FBA1B-0A7A-3F73-40D6-22273685CFEB}"/>
                  </a:ext>
                </a:extLst>
              </p:cNvPr>
              <p:cNvCxnSpPr/>
              <p:nvPr/>
            </p:nvCxnSpPr>
            <p:spPr>
              <a:xfrm>
                <a:off x="5966202" y="3860502"/>
                <a:ext cx="292636" cy="0"/>
              </a:xfrm>
              <a:prstGeom prst="line">
                <a:avLst/>
              </a:prstGeom>
              <a:ln w="12700">
                <a:solidFill>
                  <a:schemeClr val="bg2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9" name="直線接點 388">
                <a:extLst>
                  <a:ext uri="{FF2B5EF4-FFF2-40B4-BE49-F238E27FC236}">
                    <a16:creationId xmlns:a16="http://schemas.microsoft.com/office/drawing/2014/main" id="{562448DD-1B2C-C10E-C0D9-52CCE7BD1688}"/>
                  </a:ext>
                </a:extLst>
              </p:cNvPr>
              <p:cNvCxnSpPr/>
              <p:nvPr/>
            </p:nvCxnSpPr>
            <p:spPr>
              <a:xfrm>
                <a:off x="5966202" y="3227894"/>
                <a:ext cx="292636" cy="0"/>
              </a:xfrm>
              <a:prstGeom prst="line">
                <a:avLst/>
              </a:prstGeom>
              <a:ln w="12700">
                <a:solidFill>
                  <a:schemeClr val="bg2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0" name="直線接點 389">
                <a:extLst>
                  <a:ext uri="{FF2B5EF4-FFF2-40B4-BE49-F238E27FC236}">
                    <a16:creationId xmlns:a16="http://schemas.microsoft.com/office/drawing/2014/main" id="{23FA2801-115C-2110-9284-DABAA5F029D9}"/>
                  </a:ext>
                </a:extLst>
              </p:cNvPr>
              <p:cNvCxnSpPr/>
              <p:nvPr/>
            </p:nvCxnSpPr>
            <p:spPr>
              <a:xfrm>
                <a:off x="5966202" y="3321994"/>
                <a:ext cx="292636" cy="0"/>
              </a:xfrm>
              <a:prstGeom prst="line">
                <a:avLst/>
              </a:prstGeom>
              <a:ln w="12700">
                <a:solidFill>
                  <a:schemeClr val="bg2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1" name="直線接點 390">
                <a:extLst>
                  <a:ext uri="{FF2B5EF4-FFF2-40B4-BE49-F238E27FC236}">
                    <a16:creationId xmlns:a16="http://schemas.microsoft.com/office/drawing/2014/main" id="{EEDCA1AF-6699-D8DF-0EBA-D7C75E907974}"/>
                  </a:ext>
                </a:extLst>
              </p:cNvPr>
              <p:cNvCxnSpPr/>
              <p:nvPr/>
            </p:nvCxnSpPr>
            <p:spPr>
              <a:xfrm>
                <a:off x="5966202" y="3416968"/>
                <a:ext cx="292636" cy="0"/>
              </a:xfrm>
              <a:prstGeom prst="line">
                <a:avLst/>
              </a:prstGeom>
              <a:ln w="12700">
                <a:solidFill>
                  <a:schemeClr val="bg2">
                    <a:lumMod val="7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92" name="文字方塊 391">
                <a:extLst>
                  <a:ext uri="{FF2B5EF4-FFF2-40B4-BE49-F238E27FC236}">
                    <a16:creationId xmlns:a16="http://schemas.microsoft.com/office/drawing/2014/main" id="{1F6FEF84-FC6F-8FC4-3219-F85A89DF420A}"/>
                  </a:ext>
                </a:extLst>
              </p:cNvPr>
              <p:cNvSpPr txBox="1"/>
              <p:nvPr/>
            </p:nvSpPr>
            <p:spPr>
              <a:xfrm rot="5400000">
                <a:off x="5896731" y="3506123"/>
                <a:ext cx="512478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en-US" altLang="zh-TW" sz="1200" dirty="0">
                    <a:solidFill>
                      <a:schemeClr val="bg2">
                        <a:lumMod val="75000"/>
                      </a:schemeClr>
                    </a:solidFill>
                    <a:cs typeface="Times New Roman" panose="02020603050405020304" pitchFamily="18" charset="0"/>
                  </a:rPr>
                  <a:t>. . .  </a:t>
                </a:r>
                <a:endParaRPr kumimoji="1" lang="zh-TW" altLang="en-US" sz="1200" dirty="0">
                  <a:solidFill>
                    <a:schemeClr val="bg2">
                      <a:lumMod val="75000"/>
                    </a:schemeClr>
                  </a:solidFill>
                  <a:cs typeface="Times New Roman" panose="02020603050405020304" pitchFamily="18" charset="0"/>
                </a:endParaRPr>
              </a:p>
            </p:txBody>
          </p:sp>
        </p:grpSp>
        <p:sp>
          <p:nvSpPr>
            <p:cNvPr id="30" name="文字方塊 29">
              <a:extLst>
                <a:ext uri="{FF2B5EF4-FFF2-40B4-BE49-F238E27FC236}">
                  <a16:creationId xmlns:a16="http://schemas.microsoft.com/office/drawing/2014/main" id="{DC133A4F-F000-21F8-551A-196532269488}"/>
                </a:ext>
              </a:extLst>
            </p:cNvPr>
            <p:cNvSpPr txBox="1"/>
            <p:nvPr/>
          </p:nvSpPr>
          <p:spPr>
            <a:xfrm>
              <a:off x="6320524" y="3281334"/>
              <a:ext cx="432167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zh-TW" sz="1200" dirty="0">
                  <a:cs typeface="Times New Roman" panose="02020603050405020304" pitchFamily="18" charset="0"/>
                </a:rPr>
                <a:t>|𝐼|</a:t>
              </a:r>
              <a:endParaRPr kumimoji="1" lang="zh-TW" altLang="en-US" sz="1200" dirty="0">
                <a:cs typeface="Times New Roman" panose="02020603050405020304" pitchFamily="18" charset="0"/>
              </a:endParaRPr>
            </a:p>
          </p:txBody>
        </p:sp>
        <p:cxnSp>
          <p:nvCxnSpPr>
            <p:cNvPr id="64" name="直線接點 63">
              <a:extLst>
                <a:ext uri="{FF2B5EF4-FFF2-40B4-BE49-F238E27FC236}">
                  <a16:creationId xmlns:a16="http://schemas.microsoft.com/office/drawing/2014/main" id="{3EF284D3-FD10-04BB-DA61-A255BD761212}"/>
                </a:ext>
              </a:extLst>
            </p:cNvPr>
            <p:cNvCxnSpPr/>
            <p:nvPr/>
          </p:nvCxnSpPr>
          <p:spPr>
            <a:xfrm>
              <a:off x="6712909" y="2844812"/>
              <a:ext cx="291600" cy="0"/>
            </a:xfrm>
            <a:prstGeom prst="line">
              <a:avLst/>
            </a:prstGeom>
            <a:ln w="12700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9388026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群組 10">
            <a:extLst>
              <a:ext uri="{FF2B5EF4-FFF2-40B4-BE49-F238E27FC236}">
                <a16:creationId xmlns:a16="http://schemas.microsoft.com/office/drawing/2014/main" id="{62203C2A-E7A7-5B7E-7136-CB580403A4B3}"/>
              </a:ext>
            </a:extLst>
          </p:cNvPr>
          <p:cNvGrpSpPr/>
          <p:nvPr/>
        </p:nvGrpSpPr>
        <p:grpSpPr>
          <a:xfrm>
            <a:off x="911136" y="2431215"/>
            <a:ext cx="1066831" cy="481819"/>
            <a:chOff x="5319042" y="1368542"/>
            <a:chExt cx="1066831" cy="481819"/>
          </a:xfrm>
          <a:solidFill>
            <a:srgbClr val="BBEFE1"/>
          </a:solidFill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文字方塊 11">
                  <a:extLst>
                    <a:ext uri="{FF2B5EF4-FFF2-40B4-BE49-F238E27FC236}">
                      <a16:creationId xmlns:a16="http://schemas.microsoft.com/office/drawing/2014/main" id="{F7EBF2CF-FC5A-339A-7B35-F0A1CE8D0B3C}"/>
                    </a:ext>
                  </a:extLst>
                </p:cNvPr>
                <p:cNvSpPr txBox="1"/>
                <p:nvPr/>
              </p:nvSpPr>
              <p:spPr>
                <a:xfrm>
                  <a:off x="5327635" y="1368542"/>
                  <a:ext cx="1058238" cy="276999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kumimoji="1" lang="en-US" altLang="zh-TW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TW" sz="14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kumimoji="1" lang="en-US" altLang="zh-TW" sz="1400" b="0" i="1" smtClean="0">
                              <a:latin typeface="Cambria Math" panose="02040503050406030204" pitchFamily="18" charset="0"/>
                            </a:rPr>
                            <m:t>𝑔𝑙𝑜</m:t>
                          </m:r>
                        </m:sub>
                      </m:sSub>
                    </m:oMath>
                  </a14:m>
                  <a:r>
                    <a:rPr kumimoji="1" lang="en-US" altLang="zh-TW" b="0" dirty="0"/>
                    <a:t> </a:t>
                  </a:r>
                </a:p>
              </p:txBody>
            </p:sp>
          </mc:Choice>
          <mc:Fallback xmlns="">
            <p:sp>
              <p:nvSpPr>
                <p:cNvPr id="295" name="文字方塊 294">
                  <a:extLst>
                    <a:ext uri="{FF2B5EF4-FFF2-40B4-BE49-F238E27FC236}">
                      <a16:creationId xmlns:a16="http://schemas.microsoft.com/office/drawing/2014/main" id="{D6501738-29E7-C804-812F-AD19DB24BD5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27635" y="1368542"/>
                  <a:ext cx="1058238" cy="276999"/>
                </a:xfrm>
                <a:prstGeom prst="rect">
                  <a:avLst/>
                </a:prstGeom>
                <a:blipFill>
                  <a:blip r:embed="rId19"/>
                  <a:stretch>
                    <a:fillRect l="-4762" b="-22727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13" name="群組 12">
              <a:extLst>
                <a:ext uri="{FF2B5EF4-FFF2-40B4-BE49-F238E27FC236}">
                  <a16:creationId xmlns:a16="http://schemas.microsoft.com/office/drawing/2014/main" id="{39CFA403-60C4-748B-821F-8D20BC85003B}"/>
                </a:ext>
              </a:extLst>
            </p:cNvPr>
            <p:cNvGrpSpPr/>
            <p:nvPr/>
          </p:nvGrpSpPr>
          <p:grpSpPr>
            <a:xfrm>
              <a:off x="5319042" y="1670567"/>
              <a:ext cx="720000" cy="179794"/>
              <a:chOff x="5319042" y="1670567"/>
              <a:chExt cx="720000" cy="179794"/>
            </a:xfrm>
            <a:grpFill/>
          </p:grpSpPr>
          <p:sp>
            <p:nvSpPr>
              <p:cNvPr id="14" name="矩形 13">
                <a:extLst>
                  <a:ext uri="{FF2B5EF4-FFF2-40B4-BE49-F238E27FC236}">
                    <a16:creationId xmlns:a16="http://schemas.microsoft.com/office/drawing/2014/main" id="{A5BC6EB5-CB6A-8097-186C-CA0992C272A0}"/>
                  </a:ext>
                </a:extLst>
              </p:cNvPr>
              <p:cNvSpPr/>
              <p:nvPr/>
            </p:nvSpPr>
            <p:spPr>
              <a:xfrm>
                <a:off x="5319042" y="1670567"/>
                <a:ext cx="720000" cy="179794"/>
              </a:xfrm>
              <a:prstGeom prst="rect">
                <a:avLst/>
              </a:prstGeom>
              <a:solidFill>
                <a:srgbClr val="E0F3F1"/>
              </a:solidFill>
              <a:ln w="12700"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kumimoji="1" lang="zh-TW" altLang="en-US"/>
              </a:p>
            </p:txBody>
          </p:sp>
          <p:cxnSp>
            <p:nvCxnSpPr>
              <p:cNvPr id="15" name="直線接點 14">
                <a:extLst>
                  <a:ext uri="{FF2B5EF4-FFF2-40B4-BE49-F238E27FC236}">
                    <a16:creationId xmlns:a16="http://schemas.microsoft.com/office/drawing/2014/main" id="{2928F4E7-CCC4-810C-BAAC-66237564F9B9}"/>
                  </a:ext>
                </a:extLst>
              </p:cNvPr>
              <p:cNvCxnSpPr>
                <a:cxnSpLocks/>
                <a:stCxn id="14" idx="0"/>
                <a:endCxn id="14" idx="2"/>
              </p:cNvCxnSpPr>
              <p:nvPr/>
            </p:nvCxnSpPr>
            <p:spPr>
              <a:xfrm>
                <a:off x="5679042" y="1670567"/>
                <a:ext cx="0" cy="179794"/>
              </a:xfrm>
              <a:prstGeom prst="line">
                <a:avLst/>
              </a:prstGeom>
              <a:grpFill/>
              <a:ln w="12700">
                <a:solidFill>
                  <a:schemeClr val="bg2">
                    <a:lumMod val="75000"/>
                  </a:schemeClr>
                </a:solidFill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" name="直線接點 15">
                <a:extLst>
                  <a:ext uri="{FF2B5EF4-FFF2-40B4-BE49-F238E27FC236}">
                    <a16:creationId xmlns:a16="http://schemas.microsoft.com/office/drawing/2014/main" id="{43E8D85B-6D58-A3A2-AC16-8589538F8C6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859795" y="1670567"/>
                <a:ext cx="0" cy="179794"/>
              </a:xfrm>
              <a:prstGeom prst="line">
                <a:avLst/>
              </a:prstGeom>
              <a:grpFill/>
              <a:ln w="12700">
                <a:solidFill>
                  <a:schemeClr val="bg2">
                    <a:lumMod val="75000"/>
                  </a:schemeClr>
                </a:solidFill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" name="直線接點 16">
                <a:extLst>
                  <a:ext uri="{FF2B5EF4-FFF2-40B4-BE49-F238E27FC236}">
                    <a16:creationId xmlns:a16="http://schemas.microsoft.com/office/drawing/2014/main" id="{24FE315B-FF7E-8DDB-7C32-C700758C251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499349" y="1670567"/>
                <a:ext cx="0" cy="179794"/>
              </a:xfrm>
              <a:prstGeom prst="line">
                <a:avLst/>
              </a:prstGeom>
              <a:grpFill/>
              <a:ln w="12700">
                <a:solidFill>
                  <a:schemeClr val="bg2">
                    <a:lumMod val="75000"/>
                  </a:schemeClr>
                </a:solidFill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4" name="群組 3">
            <a:extLst>
              <a:ext uri="{FF2B5EF4-FFF2-40B4-BE49-F238E27FC236}">
                <a16:creationId xmlns:a16="http://schemas.microsoft.com/office/drawing/2014/main" id="{1347C3FB-59EF-0231-B694-BC20C28CCAC6}"/>
              </a:ext>
            </a:extLst>
          </p:cNvPr>
          <p:cNvGrpSpPr/>
          <p:nvPr/>
        </p:nvGrpSpPr>
        <p:grpSpPr>
          <a:xfrm>
            <a:off x="911136" y="1725859"/>
            <a:ext cx="720000" cy="454914"/>
            <a:chOff x="5319042" y="1395447"/>
            <a:chExt cx="720000" cy="454914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文字方塊 4">
                  <a:extLst>
                    <a:ext uri="{FF2B5EF4-FFF2-40B4-BE49-F238E27FC236}">
                      <a16:creationId xmlns:a16="http://schemas.microsoft.com/office/drawing/2014/main" id="{6FFB9CEF-E083-BF21-52E1-088D8F44BA75}"/>
                    </a:ext>
                  </a:extLst>
                </p:cNvPr>
                <p:cNvSpPr txBox="1"/>
                <p:nvPr/>
              </p:nvSpPr>
              <p:spPr>
                <a:xfrm>
                  <a:off x="5319042" y="1395447"/>
                  <a:ext cx="343427" cy="215444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zh-TW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zh-TW" sz="1400" b="0" i="1" smtClean="0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kumimoji="1" lang="en-US" altLang="zh-TW" sz="1400" b="0" i="1" smtClean="0">
                                <a:latin typeface="Cambria Math" panose="02040503050406030204" pitchFamily="18" charset="0"/>
                              </a:rPr>
                              <m:t>𝑙𝑜𝑐</m:t>
                            </m:r>
                          </m:sub>
                        </m:sSub>
                      </m:oMath>
                    </m:oMathPara>
                  </a14:m>
                  <a:endParaRPr kumimoji="1" lang="en-US" altLang="zh-TW" b="0" dirty="0"/>
                </a:p>
              </p:txBody>
            </p:sp>
          </mc:Choice>
          <mc:Fallback xmlns="">
            <p:sp>
              <p:nvSpPr>
                <p:cNvPr id="119" name="文字方塊 118">
                  <a:extLst>
                    <a:ext uri="{FF2B5EF4-FFF2-40B4-BE49-F238E27FC236}">
                      <a16:creationId xmlns:a16="http://schemas.microsoft.com/office/drawing/2014/main" id="{D54A2831-A259-D8F8-56F6-F8D100C4E71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19042" y="1395447"/>
                  <a:ext cx="343427" cy="215444"/>
                </a:xfrm>
                <a:prstGeom prst="rect">
                  <a:avLst/>
                </a:prstGeom>
                <a:blipFill>
                  <a:blip r:embed="rId3"/>
                  <a:stretch>
                    <a:fillRect l="-7143" r="-3571" b="-11111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6" name="群組 5">
              <a:extLst>
                <a:ext uri="{FF2B5EF4-FFF2-40B4-BE49-F238E27FC236}">
                  <a16:creationId xmlns:a16="http://schemas.microsoft.com/office/drawing/2014/main" id="{6055BCED-537E-7C10-9204-62F16C1D68C4}"/>
                </a:ext>
              </a:extLst>
            </p:cNvPr>
            <p:cNvGrpSpPr/>
            <p:nvPr/>
          </p:nvGrpSpPr>
          <p:grpSpPr>
            <a:xfrm>
              <a:off x="5319042" y="1670567"/>
              <a:ext cx="720000" cy="179794"/>
              <a:chOff x="5319042" y="1670567"/>
              <a:chExt cx="720000" cy="179794"/>
            </a:xfrm>
            <a:solidFill>
              <a:schemeClr val="accent5">
                <a:lumMod val="20000"/>
                <a:lumOff val="80000"/>
              </a:schemeClr>
            </a:solidFill>
          </p:grpSpPr>
          <p:sp>
            <p:nvSpPr>
              <p:cNvPr id="7" name="矩形 6">
                <a:extLst>
                  <a:ext uri="{FF2B5EF4-FFF2-40B4-BE49-F238E27FC236}">
                    <a16:creationId xmlns:a16="http://schemas.microsoft.com/office/drawing/2014/main" id="{91D883FF-A98A-1F5B-C8C3-75736370FFFE}"/>
                  </a:ext>
                </a:extLst>
              </p:cNvPr>
              <p:cNvSpPr/>
              <p:nvPr/>
            </p:nvSpPr>
            <p:spPr>
              <a:xfrm>
                <a:off x="5319042" y="1670567"/>
                <a:ext cx="720000" cy="179794"/>
              </a:xfrm>
              <a:prstGeom prst="rect">
                <a:avLst/>
              </a:prstGeom>
              <a:solidFill>
                <a:srgbClr val="E9EBF8"/>
              </a:solidFill>
              <a:ln w="12700"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kumimoji="1" lang="zh-TW" altLang="en-US"/>
              </a:p>
            </p:txBody>
          </p:sp>
          <p:cxnSp>
            <p:nvCxnSpPr>
              <p:cNvPr id="8" name="直線接點 7">
                <a:extLst>
                  <a:ext uri="{FF2B5EF4-FFF2-40B4-BE49-F238E27FC236}">
                    <a16:creationId xmlns:a16="http://schemas.microsoft.com/office/drawing/2014/main" id="{D5BC615E-3C62-53C4-451A-AE6F580FB662}"/>
                  </a:ext>
                </a:extLst>
              </p:cNvPr>
              <p:cNvCxnSpPr>
                <a:cxnSpLocks/>
                <a:stCxn id="7" idx="0"/>
                <a:endCxn id="7" idx="2"/>
              </p:cNvCxnSpPr>
              <p:nvPr/>
            </p:nvCxnSpPr>
            <p:spPr>
              <a:xfrm>
                <a:off x="5679042" y="1670567"/>
                <a:ext cx="0" cy="179794"/>
              </a:xfrm>
              <a:prstGeom prst="line">
                <a:avLst/>
              </a:prstGeom>
              <a:grpFill/>
              <a:ln w="12700">
                <a:solidFill>
                  <a:schemeClr val="bg2">
                    <a:lumMod val="75000"/>
                  </a:schemeClr>
                </a:solidFill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9" name="直線接點 8">
                <a:extLst>
                  <a:ext uri="{FF2B5EF4-FFF2-40B4-BE49-F238E27FC236}">
                    <a16:creationId xmlns:a16="http://schemas.microsoft.com/office/drawing/2014/main" id="{544F7C30-4D5B-0DB9-9242-BD306A55DEE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859795" y="1670567"/>
                <a:ext cx="0" cy="179794"/>
              </a:xfrm>
              <a:prstGeom prst="line">
                <a:avLst/>
              </a:prstGeom>
              <a:grpFill/>
              <a:ln w="12700">
                <a:solidFill>
                  <a:schemeClr val="bg2">
                    <a:lumMod val="75000"/>
                  </a:schemeClr>
                </a:solidFill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" name="直線接點 9">
                <a:extLst>
                  <a:ext uri="{FF2B5EF4-FFF2-40B4-BE49-F238E27FC236}">
                    <a16:creationId xmlns:a16="http://schemas.microsoft.com/office/drawing/2014/main" id="{CA58C814-1218-95EE-7FA6-747C5534FA2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499349" y="1670567"/>
                <a:ext cx="0" cy="179794"/>
              </a:xfrm>
              <a:prstGeom prst="line">
                <a:avLst/>
              </a:prstGeom>
              <a:grpFill/>
              <a:ln w="12700">
                <a:solidFill>
                  <a:schemeClr val="bg2">
                    <a:lumMod val="75000"/>
                  </a:schemeClr>
                </a:solidFill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C6CD1794-6960-A1C0-58BC-A021015AE6C7}"/>
              </a:ext>
            </a:extLst>
          </p:cNvPr>
          <p:cNvSpPr txBox="1"/>
          <p:nvPr/>
        </p:nvSpPr>
        <p:spPr>
          <a:xfrm>
            <a:off x="-19200" y="2682918"/>
            <a:ext cx="97968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200" dirty="0">
                <a:solidFill>
                  <a:schemeClr val="bg2">
                    <a:lumMod val="75000"/>
                  </a:schemeClr>
                </a:solidFill>
                <a:cs typeface="Times New Roman" panose="02020603050405020304" pitchFamily="18" charset="0"/>
              </a:rPr>
              <a:t>Lookup</a:t>
            </a:r>
            <a:endParaRPr kumimoji="1" lang="zh-TW" altLang="en-US" sz="1200" dirty="0">
              <a:solidFill>
                <a:schemeClr val="bg2">
                  <a:lumMod val="75000"/>
                </a:schemeClr>
              </a:solidFill>
              <a:cs typeface="Times New Roman" panose="02020603050405020304" pitchFamily="18" charset="0"/>
            </a:endParaRPr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E578661C-B8D4-9447-FFE6-991A9E8CF6ED}"/>
              </a:ext>
            </a:extLst>
          </p:cNvPr>
          <p:cNvSpPr txBox="1"/>
          <p:nvPr/>
        </p:nvSpPr>
        <p:spPr>
          <a:xfrm>
            <a:off x="-45059" y="1966329"/>
            <a:ext cx="105823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TW" sz="1200" dirty="0">
                <a:solidFill>
                  <a:schemeClr val="bg2">
                    <a:lumMod val="75000"/>
                  </a:schemeClr>
                </a:solidFill>
                <a:cs typeface="Times New Roman" panose="02020603050405020304" pitchFamily="18" charset="0"/>
              </a:rPr>
              <a:t>LightGCN</a:t>
            </a:r>
            <a:endParaRPr kumimoji="1" lang="zh-TW" altLang="en-US" sz="1200" dirty="0">
              <a:solidFill>
                <a:schemeClr val="bg2">
                  <a:lumMod val="75000"/>
                </a:schemeClr>
              </a:solidFill>
              <a:cs typeface="Times New Roman" panose="02020603050405020304" pitchFamily="18" charset="0"/>
            </a:endParaRPr>
          </a:p>
        </p:txBody>
      </p:sp>
      <p:grpSp>
        <p:nvGrpSpPr>
          <p:cNvPr id="20" name="群組 19">
            <a:extLst>
              <a:ext uri="{FF2B5EF4-FFF2-40B4-BE49-F238E27FC236}">
                <a16:creationId xmlns:a16="http://schemas.microsoft.com/office/drawing/2014/main" id="{98E3585D-81D9-214F-436D-3B1D8B8726BD}"/>
              </a:ext>
            </a:extLst>
          </p:cNvPr>
          <p:cNvGrpSpPr/>
          <p:nvPr/>
        </p:nvGrpSpPr>
        <p:grpSpPr>
          <a:xfrm>
            <a:off x="2129141" y="2224627"/>
            <a:ext cx="1058238" cy="427725"/>
            <a:chOff x="3679949" y="1705986"/>
            <a:chExt cx="1058238" cy="427725"/>
          </a:xfrm>
        </p:grpSpPr>
        <p:sp>
          <p:nvSpPr>
            <p:cNvPr id="21" name="圓角矩形 20">
              <a:extLst>
                <a:ext uri="{FF2B5EF4-FFF2-40B4-BE49-F238E27FC236}">
                  <a16:creationId xmlns:a16="http://schemas.microsoft.com/office/drawing/2014/main" id="{A7DFB563-C3A9-8F94-097A-5AA6A6B9CDE3}"/>
                </a:ext>
              </a:extLst>
            </p:cNvPr>
            <p:cNvSpPr/>
            <p:nvPr/>
          </p:nvSpPr>
          <p:spPr>
            <a:xfrm>
              <a:off x="3789575" y="1705986"/>
              <a:ext cx="838985" cy="427725"/>
            </a:xfrm>
            <a:prstGeom prst="roundRect">
              <a:avLst/>
            </a:prstGeom>
            <a:ln w="12700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22" name="文字方塊 21">
              <a:extLst>
                <a:ext uri="{FF2B5EF4-FFF2-40B4-BE49-F238E27FC236}">
                  <a16:creationId xmlns:a16="http://schemas.microsoft.com/office/drawing/2014/main" id="{635D9E18-0467-6BE8-2A6B-32D263C418AC}"/>
                </a:ext>
              </a:extLst>
            </p:cNvPr>
            <p:cNvSpPr txBox="1"/>
            <p:nvPr/>
          </p:nvSpPr>
          <p:spPr>
            <a:xfrm>
              <a:off x="3679949" y="1781350"/>
              <a:ext cx="105823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zh-TW" sz="1200" dirty="0" err="1">
                  <a:cs typeface="Times New Roman" panose="02020603050405020304" pitchFamily="18" charset="0"/>
                </a:rPr>
                <a:t>Concat</a:t>
              </a:r>
              <a:endParaRPr kumimoji="1" lang="zh-TW" altLang="en-US" sz="1200" dirty="0">
                <a:cs typeface="Times New Roman" panose="02020603050405020304" pitchFamily="18" charset="0"/>
              </a:endParaRPr>
            </a:p>
          </p:txBody>
        </p:sp>
      </p:grpSp>
      <p:cxnSp>
        <p:nvCxnSpPr>
          <p:cNvPr id="23" name="直線箭頭接點 22">
            <a:extLst>
              <a:ext uri="{FF2B5EF4-FFF2-40B4-BE49-F238E27FC236}">
                <a16:creationId xmlns:a16="http://schemas.microsoft.com/office/drawing/2014/main" id="{FBE177F0-EF0B-0710-2C2A-2E20BE7036B5}"/>
              </a:ext>
            </a:extLst>
          </p:cNvPr>
          <p:cNvCxnSpPr>
            <a:cxnSpLocks/>
            <a:stCxn id="7" idx="3"/>
          </p:cNvCxnSpPr>
          <p:nvPr/>
        </p:nvCxnSpPr>
        <p:spPr>
          <a:xfrm>
            <a:off x="1631136" y="2090876"/>
            <a:ext cx="540000" cy="227135"/>
          </a:xfrm>
          <a:prstGeom prst="straightConnector1">
            <a:avLst/>
          </a:prstGeom>
          <a:ln w="12700">
            <a:solidFill>
              <a:schemeClr val="bg2">
                <a:lumMod val="75000"/>
              </a:schemeClr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直線箭頭接點 23">
            <a:extLst>
              <a:ext uri="{FF2B5EF4-FFF2-40B4-BE49-F238E27FC236}">
                <a16:creationId xmlns:a16="http://schemas.microsoft.com/office/drawing/2014/main" id="{FD7EEC6E-B025-78A9-7120-47BEFDD0544A}"/>
              </a:ext>
            </a:extLst>
          </p:cNvPr>
          <p:cNvCxnSpPr>
            <a:cxnSpLocks/>
            <a:stCxn id="14" idx="3"/>
          </p:cNvCxnSpPr>
          <p:nvPr/>
        </p:nvCxnSpPr>
        <p:spPr>
          <a:xfrm flipV="1">
            <a:off x="1631136" y="2596002"/>
            <a:ext cx="540000" cy="227135"/>
          </a:xfrm>
          <a:prstGeom prst="straightConnector1">
            <a:avLst/>
          </a:prstGeom>
          <a:ln w="12700">
            <a:solidFill>
              <a:schemeClr val="bg2">
                <a:lumMod val="75000"/>
              </a:schemeClr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9" name="直線箭頭接點 48">
            <a:extLst>
              <a:ext uri="{FF2B5EF4-FFF2-40B4-BE49-F238E27FC236}">
                <a16:creationId xmlns:a16="http://schemas.microsoft.com/office/drawing/2014/main" id="{469746D3-E016-9EF0-157C-E607FB6EE06F}"/>
              </a:ext>
            </a:extLst>
          </p:cNvPr>
          <p:cNvCxnSpPr>
            <a:cxnSpLocks/>
          </p:cNvCxnSpPr>
          <p:nvPr/>
        </p:nvCxnSpPr>
        <p:spPr>
          <a:xfrm>
            <a:off x="3079745" y="2439472"/>
            <a:ext cx="360000" cy="0"/>
          </a:xfrm>
          <a:prstGeom prst="straightConnector1">
            <a:avLst/>
          </a:prstGeom>
          <a:ln w="12700">
            <a:solidFill>
              <a:schemeClr val="bg2">
                <a:lumMod val="75000"/>
              </a:schemeClr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50" name="群組 49">
            <a:extLst>
              <a:ext uri="{FF2B5EF4-FFF2-40B4-BE49-F238E27FC236}">
                <a16:creationId xmlns:a16="http://schemas.microsoft.com/office/drawing/2014/main" id="{4BB0C373-06C1-CBD7-E316-461AB93EC106}"/>
              </a:ext>
            </a:extLst>
          </p:cNvPr>
          <p:cNvGrpSpPr/>
          <p:nvPr/>
        </p:nvGrpSpPr>
        <p:grpSpPr>
          <a:xfrm>
            <a:off x="3412605" y="2224627"/>
            <a:ext cx="1137777" cy="427725"/>
            <a:chOff x="3679948" y="1705986"/>
            <a:chExt cx="1137777" cy="427725"/>
          </a:xfrm>
        </p:grpSpPr>
        <p:sp>
          <p:nvSpPr>
            <p:cNvPr id="51" name="圓角矩形 50">
              <a:extLst>
                <a:ext uri="{FF2B5EF4-FFF2-40B4-BE49-F238E27FC236}">
                  <a16:creationId xmlns:a16="http://schemas.microsoft.com/office/drawing/2014/main" id="{5423E0A7-E4C9-485D-BB86-819B2FF4DE1F}"/>
                </a:ext>
              </a:extLst>
            </p:cNvPr>
            <p:cNvSpPr/>
            <p:nvPr/>
          </p:nvSpPr>
          <p:spPr>
            <a:xfrm>
              <a:off x="3789575" y="1705986"/>
              <a:ext cx="899912" cy="427725"/>
            </a:xfrm>
            <a:prstGeom prst="roundRect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2700">
              <a:solidFill>
                <a:schemeClr val="accent2">
                  <a:lumMod val="60000"/>
                  <a:lumOff val="40000"/>
                </a:schemeClr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/>
            </a:p>
          </p:txBody>
        </p:sp>
        <p:sp>
          <p:nvSpPr>
            <p:cNvPr id="52" name="文字方塊 51">
              <a:extLst>
                <a:ext uri="{FF2B5EF4-FFF2-40B4-BE49-F238E27FC236}">
                  <a16:creationId xmlns:a16="http://schemas.microsoft.com/office/drawing/2014/main" id="{98BC0665-742E-2BD2-2A3C-AC93B527D624}"/>
                </a:ext>
              </a:extLst>
            </p:cNvPr>
            <p:cNvSpPr txBox="1"/>
            <p:nvPr/>
          </p:nvSpPr>
          <p:spPr>
            <a:xfrm>
              <a:off x="3679948" y="1781350"/>
              <a:ext cx="1137777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zh-TW" sz="1200" dirty="0">
                  <a:cs typeface="Times New Roman" panose="02020603050405020304" pitchFamily="18" charset="0"/>
                </a:rPr>
                <a:t>MLP (tanh)</a:t>
              </a:r>
              <a:endParaRPr kumimoji="1" lang="zh-TW" altLang="en-US" sz="1200" dirty="0">
                <a:cs typeface="Times New Roman" panose="02020603050405020304" pitchFamily="18" charset="0"/>
              </a:endParaRPr>
            </a:p>
          </p:txBody>
        </p:sp>
      </p:grpSp>
      <p:cxnSp>
        <p:nvCxnSpPr>
          <p:cNvPr id="56" name="直線箭頭接點 55">
            <a:extLst>
              <a:ext uri="{FF2B5EF4-FFF2-40B4-BE49-F238E27FC236}">
                <a16:creationId xmlns:a16="http://schemas.microsoft.com/office/drawing/2014/main" id="{D4DACF9E-10AE-879B-1F07-FFF9ACBE8E1F}"/>
              </a:ext>
            </a:extLst>
          </p:cNvPr>
          <p:cNvCxnSpPr>
            <a:cxnSpLocks/>
          </p:cNvCxnSpPr>
          <p:nvPr/>
        </p:nvCxnSpPr>
        <p:spPr>
          <a:xfrm>
            <a:off x="4426009" y="2431215"/>
            <a:ext cx="360000" cy="0"/>
          </a:xfrm>
          <a:prstGeom prst="straightConnector1">
            <a:avLst/>
          </a:prstGeom>
          <a:ln w="12700">
            <a:solidFill>
              <a:schemeClr val="bg2">
                <a:lumMod val="75000"/>
              </a:schemeClr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57" name="群組 56">
            <a:extLst>
              <a:ext uri="{FF2B5EF4-FFF2-40B4-BE49-F238E27FC236}">
                <a16:creationId xmlns:a16="http://schemas.microsoft.com/office/drawing/2014/main" id="{8AC0F84A-1E40-7444-099A-03521B9D97ED}"/>
              </a:ext>
            </a:extLst>
          </p:cNvPr>
          <p:cNvGrpSpPr/>
          <p:nvPr/>
        </p:nvGrpSpPr>
        <p:grpSpPr>
          <a:xfrm>
            <a:off x="4745423" y="2121880"/>
            <a:ext cx="1311659" cy="611349"/>
            <a:chOff x="3678076" y="1791326"/>
            <a:chExt cx="1137777" cy="431522"/>
          </a:xfrm>
        </p:grpSpPr>
        <p:sp>
          <p:nvSpPr>
            <p:cNvPr id="58" name="圓角矩形 57">
              <a:extLst>
                <a:ext uri="{FF2B5EF4-FFF2-40B4-BE49-F238E27FC236}">
                  <a16:creationId xmlns:a16="http://schemas.microsoft.com/office/drawing/2014/main" id="{3991A622-3E25-F7B6-6C20-6230DCA4C04E}"/>
                </a:ext>
              </a:extLst>
            </p:cNvPr>
            <p:cNvSpPr/>
            <p:nvPr/>
          </p:nvSpPr>
          <p:spPr>
            <a:xfrm>
              <a:off x="3789575" y="1791326"/>
              <a:ext cx="899912" cy="431522"/>
            </a:xfrm>
            <a:prstGeom prst="roundRect">
              <a:avLst/>
            </a:prstGeom>
            <a:solidFill>
              <a:schemeClr val="bg1"/>
            </a:solidFill>
            <a:ln w="12700">
              <a:solidFill>
                <a:schemeClr val="accent2">
                  <a:lumMod val="40000"/>
                  <a:lumOff val="60000"/>
                </a:schemeClr>
              </a:solidFill>
              <a:prstDash val="dash"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zh-TW" altLang="en-US" dirty="0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9" name="文字方塊 58">
                  <a:extLst>
                    <a:ext uri="{FF2B5EF4-FFF2-40B4-BE49-F238E27FC236}">
                      <a16:creationId xmlns:a16="http://schemas.microsoft.com/office/drawing/2014/main" id="{3A284CD0-FB40-0EFF-055A-A0AC45D52DA8}"/>
                    </a:ext>
                  </a:extLst>
                </p:cNvPr>
                <p:cNvSpPr txBox="1"/>
                <p:nvPr/>
              </p:nvSpPr>
              <p:spPr>
                <a:xfrm>
                  <a:off x="3678076" y="1854139"/>
                  <a:ext cx="1137777" cy="32586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kumimoji="1" lang="en-US" altLang="zh-TW" sz="1200" b="0" i="1" dirty="0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pPr>
                          <m:e>
                            <m:r>
                              <a:rPr kumimoji="1" lang="en-US" altLang="zh-TW" sz="1200" i="1" dirty="0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𝑤</m:t>
                            </m:r>
                          </m:e>
                          <m:sup>
                            <m:r>
                              <a:rPr kumimoji="1" lang="en-US" altLang="zh-TW" sz="1200" i="1" dirty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⊤</m:t>
                            </m:r>
                          </m:sup>
                        </m:sSup>
                        <m:r>
                          <a:rPr kumimoji="1" lang="en-US" altLang="zh-TW" sz="120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h</m:t>
                        </m:r>
                        <m:r>
                          <a:rPr kumimoji="1" lang="en-US" altLang="zh-TW" sz="1200" b="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+</m:t>
                        </m:r>
                        <m:r>
                          <a:rPr kumimoji="1" lang="en-US" altLang="zh-TW" sz="1200" i="1" dirty="0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𝑏</m:t>
                        </m:r>
                      </m:oMath>
                    </m:oMathPara>
                  </a14:m>
                  <a:endParaRPr kumimoji="1" lang="en-US" altLang="zh-TW" sz="1200" dirty="0">
                    <a:cs typeface="Times New Roman" panose="02020603050405020304" pitchFamily="18" charset="0"/>
                  </a:endParaRPr>
                </a:p>
                <a:p>
                  <a:pPr algn="ctr"/>
                  <a:r>
                    <a:rPr kumimoji="1" lang="en-US" altLang="zh-TW" sz="1200" dirty="0">
                      <a:solidFill>
                        <a:schemeClr val="accent2">
                          <a:lumMod val="60000"/>
                          <a:lumOff val="40000"/>
                        </a:schemeClr>
                      </a:solidFill>
                      <a:cs typeface="Times New Roman" panose="02020603050405020304" pitchFamily="18" charset="0"/>
                    </a:rPr>
                    <a:t>init b = +5</a:t>
                  </a:r>
                  <a:endParaRPr kumimoji="1" lang="zh-TW" altLang="en-US" sz="1200" dirty="0">
                    <a:solidFill>
                      <a:schemeClr val="accent2">
                        <a:lumMod val="60000"/>
                        <a:lumOff val="40000"/>
                      </a:schemeClr>
                    </a:solidFill>
                    <a:cs typeface="Times New Roman" panose="02020603050405020304" pitchFamily="18" charset="0"/>
                  </a:endParaRPr>
                </a:p>
              </p:txBody>
            </p:sp>
          </mc:Choice>
          <mc:Fallback>
            <p:sp>
              <p:nvSpPr>
                <p:cNvPr id="59" name="文字方塊 58">
                  <a:extLst>
                    <a:ext uri="{FF2B5EF4-FFF2-40B4-BE49-F238E27FC236}">
                      <a16:creationId xmlns:a16="http://schemas.microsoft.com/office/drawing/2014/main" id="{3A284CD0-FB40-0EFF-055A-A0AC45D52DA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78076" y="1854139"/>
                  <a:ext cx="1137777" cy="325867"/>
                </a:xfrm>
                <a:prstGeom prst="rect">
                  <a:avLst/>
                </a:prstGeom>
                <a:blipFill>
                  <a:blip r:embed="rId20"/>
                  <a:stretch>
                    <a:fillRect b="-10811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62" name="文字方塊 61">
                <a:extLst>
                  <a:ext uri="{FF2B5EF4-FFF2-40B4-BE49-F238E27FC236}">
                    <a16:creationId xmlns:a16="http://schemas.microsoft.com/office/drawing/2014/main" id="{81A1050E-26CF-1320-315B-058E95AEE9E4}"/>
                  </a:ext>
                </a:extLst>
              </p:cNvPr>
              <p:cNvSpPr txBox="1"/>
              <p:nvPr/>
            </p:nvSpPr>
            <p:spPr>
              <a:xfrm>
                <a:off x="4475629" y="2744803"/>
                <a:ext cx="1851245" cy="27924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altLang="zh-TW" sz="1000" b="0" i="1" dirty="0" smtClean="0">
                              <a:solidFill>
                                <a:schemeClr val="bg2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l-GR" altLang="zh-TW" sz="1000" i="1" dirty="0">
                              <a:solidFill>
                                <a:schemeClr val="bg2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altLang="zh-TW" sz="1000" i="1" dirty="0">
                              <a:solidFill>
                                <a:schemeClr val="bg2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𝑢</m:t>
                          </m:r>
                        </m:sub>
                        <m:sup>
                          <m:r>
                            <a:rPr lang="zh-TW" altLang="en-US" sz="1000" i="1" dirty="0">
                              <a:solidFill>
                                <a:schemeClr val="bg2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(0)</m:t>
                          </m:r>
                        </m:sup>
                      </m:sSubSup>
                      <m:r>
                        <a:rPr lang="zh-TW" altLang="en-US" sz="1000" i="1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≈</m:t>
                      </m:r>
                      <m:r>
                        <a:rPr lang="zh-TW" altLang="en-US" sz="1000" i="1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𝜎</m:t>
                      </m:r>
                      <m:r>
                        <a:rPr lang="zh-TW" altLang="en-US" sz="1000" i="1" dirty="0">
                          <a:solidFill>
                            <a:schemeClr val="bg2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(5)≈0.993</m:t>
                      </m:r>
                    </m:oMath>
                  </m:oMathPara>
                </a14:m>
                <a:endParaRPr lang="zh-TW" altLang="en-US" sz="1000" dirty="0">
                  <a:solidFill>
                    <a:schemeClr val="bg2">
                      <a:lumMod val="75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62" name="文字方塊 61">
                <a:extLst>
                  <a:ext uri="{FF2B5EF4-FFF2-40B4-BE49-F238E27FC236}">
                    <a16:creationId xmlns:a16="http://schemas.microsoft.com/office/drawing/2014/main" id="{81A1050E-26CF-1320-315B-058E95AEE9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75629" y="2744803"/>
                <a:ext cx="1851245" cy="279244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5" name="直線箭頭接點 64">
            <a:extLst>
              <a:ext uri="{FF2B5EF4-FFF2-40B4-BE49-F238E27FC236}">
                <a16:creationId xmlns:a16="http://schemas.microsoft.com/office/drawing/2014/main" id="{5903B0A6-4915-CC31-05A8-B9740A919E88}"/>
              </a:ext>
            </a:extLst>
          </p:cNvPr>
          <p:cNvCxnSpPr>
            <a:cxnSpLocks/>
          </p:cNvCxnSpPr>
          <p:nvPr/>
        </p:nvCxnSpPr>
        <p:spPr>
          <a:xfrm>
            <a:off x="5911404" y="2438489"/>
            <a:ext cx="360000" cy="0"/>
          </a:xfrm>
          <a:prstGeom prst="straightConnector1">
            <a:avLst/>
          </a:prstGeom>
          <a:ln w="12700">
            <a:solidFill>
              <a:schemeClr val="bg2">
                <a:lumMod val="75000"/>
              </a:schemeClr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6" name="橢圓 65">
            <a:extLst>
              <a:ext uri="{FF2B5EF4-FFF2-40B4-BE49-F238E27FC236}">
                <a16:creationId xmlns:a16="http://schemas.microsoft.com/office/drawing/2014/main" id="{766AD5D6-8F47-BE85-99D2-E565649E00CC}"/>
              </a:ext>
            </a:extLst>
          </p:cNvPr>
          <p:cNvSpPr/>
          <p:nvPr/>
        </p:nvSpPr>
        <p:spPr>
          <a:xfrm>
            <a:off x="6353720" y="2258691"/>
            <a:ext cx="359596" cy="359596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7" name="文字方塊 66">
                <a:extLst>
                  <a:ext uri="{FF2B5EF4-FFF2-40B4-BE49-F238E27FC236}">
                    <a16:creationId xmlns:a16="http://schemas.microsoft.com/office/drawing/2014/main" id="{BAF00473-AAB3-4313-60E4-C5C7C8972B44}"/>
                  </a:ext>
                </a:extLst>
              </p:cNvPr>
              <p:cNvSpPr txBox="1"/>
              <p:nvPr/>
            </p:nvSpPr>
            <p:spPr>
              <a:xfrm>
                <a:off x="6472370" y="2325199"/>
                <a:ext cx="136255" cy="21544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kumimoji="1" lang="el-GR" altLang="zh-TW" sz="1400" i="0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σ</m:t>
                      </m:r>
                    </m:oMath>
                  </m:oMathPara>
                </a14:m>
                <a:endParaRPr kumimoji="1" lang="en-US" altLang="zh-TW" b="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67" name="文字方塊 66">
                <a:extLst>
                  <a:ext uri="{FF2B5EF4-FFF2-40B4-BE49-F238E27FC236}">
                    <a16:creationId xmlns:a16="http://schemas.microsoft.com/office/drawing/2014/main" id="{BAF00473-AAB3-4313-60E4-C5C7C8972B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72370" y="2325199"/>
                <a:ext cx="136255" cy="215444"/>
              </a:xfrm>
              <a:prstGeom prst="rect">
                <a:avLst/>
              </a:prstGeom>
              <a:blipFill>
                <a:blip r:embed="rId22"/>
                <a:stretch>
                  <a:fillRect l="-16667" r="-1666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8" name="直線箭頭接點 67">
            <a:extLst>
              <a:ext uri="{FF2B5EF4-FFF2-40B4-BE49-F238E27FC236}">
                <a16:creationId xmlns:a16="http://schemas.microsoft.com/office/drawing/2014/main" id="{1537ED36-46DD-560C-2339-2EB9729ED7D8}"/>
              </a:ext>
            </a:extLst>
          </p:cNvPr>
          <p:cNvCxnSpPr>
            <a:cxnSpLocks/>
          </p:cNvCxnSpPr>
          <p:nvPr/>
        </p:nvCxnSpPr>
        <p:spPr>
          <a:xfrm>
            <a:off x="6713316" y="2438489"/>
            <a:ext cx="360000" cy="0"/>
          </a:xfrm>
          <a:prstGeom prst="straightConnector1">
            <a:avLst/>
          </a:prstGeom>
          <a:ln w="12700">
            <a:solidFill>
              <a:schemeClr val="bg2">
                <a:lumMod val="75000"/>
              </a:schemeClr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9" name="橢圓 68">
            <a:extLst>
              <a:ext uri="{FF2B5EF4-FFF2-40B4-BE49-F238E27FC236}">
                <a16:creationId xmlns:a16="http://schemas.microsoft.com/office/drawing/2014/main" id="{DDA84938-08C6-4679-D022-FA6DC6877827}"/>
              </a:ext>
            </a:extLst>
          </p:cNvPr>
          <p:cNvSpPr/>
          <p:nvPr/>
        </p:nvSpPr>
        <p:spPr>
          <a:xfrm>
            <a:off x="7167682" y="2258691"/>
            <a:ext cx="359596" cy="359596"/>
          </a:xfrm>
          <a:prstGeom prst="ellipse">
            <a:avLst/>
          </a:prstGeom>
          <a:solidFill>
            <a:srgbClr val="FBDDDA"/>
          </a:solidFill>
          <a:ln w="12700">
            <a:solidFill>
              <a:srgbClr val="F8808B"/>
            </a:solidFill>
            <a:prstDash val="soli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0" name="文字方塊 69">
                <a:extLst>
                  <a:ext uri="{FF2B5EF4-FFF2-40B4-BE49-F238E27FC236}">
                    <a16:creationId xmlns:a16="http://schemas.microsoft.com/office/drawing/2014/main" id="{DBB0C24C-75B3-03EE-CE36-6060938815D0}"/>
                  </a:ext>
                </a:extLst>
              </p:cNvPr>
              <p:cNvSpPr txBox="1"/>
              <p:nvPr/>
            </p:nvSpPr>
            <p:spPr>
              <a:xfrm>
                <a:off x="7241882" y="2318849"/>
                <a:ext cx="237308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1" lang="en-US" altLang="zh-TW" sz="1400" b="0" i="0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kumimoji="1" lang="el-GR" altLang="zh-TW" sz="1400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α</m:t>
                          </m:r>
                        </m:e>
                        <m:sub>
                          <m:r>
                            <a:rPr kumimoji="1" lang="en-US" altLang="zh-TW" sz="1400" b="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𝑢</m:t>
                          </m:r>
                        </m:sub>
                      </m:sSub>
                    </m:oMath>
                  </m:oMathPara>
                </a14:m>
                <a:endParaRPr kumimoji="1" lang="en-US" altLang="zh-TW" b="0" dirty="0"/>
              </a:p>
            </p:txBody>
          </p:sp>
        </mc:Choice>
        <mc:Fallback>
          <p:sp>
            <p:nvSpPr>
              <p:cNvPr id="70" name="文字方塊 69">
                <a:extLst>
                  <a:ext uri="{FF2B5EF4-FFF2-40B4-BE49-F238E27FC236}">
                    <a16:creationId xmlns:a16="http://schemas.microsoft.com/office/drawing/2014/main" id="{DBB0C24C-75B3-03EE-CE36-6060938815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41882" y="2318849"/>
                <a:ext cx="237308" cy="215444"/>
              </a:xfrm>
              <a:prstGeom prst="rect">
                <a:avLst/>
              </a:prstGeom>
              <a:blipFill>
                <a:blip r:embed="rId23"/>
                <a:stretch>
                  <a:fillRect l="-10526" r="-5263" b="-1111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71" name="群組 70">
            <a:extLst>
              <a:ext uri="{FF2B5EF4-FFF2-40B4-BE49-F238E27FC236}">
                <a16:creationId xmlns:a16="http://schemas.microsoft.com/office/drawing/2014/main" id="{5DA4536E-2705-6285-363E-BAF3DFC09BA1}"/>
              </a:ext>
            </a:extLst>
          </p:cNvPr>
          <p:cNvGrpSpPr/>
          <p:nvPr/>
        </p:nvGrpSpPr>
        <p:grpSpPr>
          <a:xfrm>
            <a:off x="8098904" y="2431215"/>
            <a:ext cx="1058238" cy="481819"/>
            <a:chOff x="5255990" y="1368542"/>
            <a:chExt cx="1058238" cy="481819"/>
          </a:xfrm>
          <a:solidFill>
            <a:srgbClr val="BBEFE1"/>
          </a:solidFill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2" name="文字方塊 71">
                  <a:extLst>
                    <a:ext uri="{FF2B5EF4-FFF2-40B4-BE49-F238E27FC236}">
                      <a16:creationId xmlns:a16="http://schemas.microsoft.com/office/drawing/2014/main" id="{A625EC5D-B5AA-CBFF-2C3D-28863EE554C3}"/>
                    </a:ext>
                  </a:extLst>
                </p:cNvPr>
                <p:cNvSpPr txBox="1"/>
                <p:nvPr/>
              </p:nvSpPr>
              <p:spPr>
                <a:xfrm>
                  <a:off x="5255990" y="1368542"/>
                  <a:ext cx="1058238" cy="276999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kumimoji="1" lang="en-US" altLang="zh-TW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1" lang="en-US" altLang="zh-TW" sz="1400" b="0" i="1" smtClean="0">
                              <a:latin typeface="Cambria Math" panose="02040503050406030204" pitchFamily="18" charset="0"/>
                            </a:rPr>
                            <m:t>(1−</m:t>
                          </m:r>
                          <m:sSub>
                            <m:sSubPr>
                              <m:ctrlPr>
                                <a:rPr kumimoji="1" lang="en-US" altLang="zh-TW" sz="14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kumimoji="1" lang="el-GR" altLang="zh-TW" sz="140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α</m:t>
                              </m:r>
                            </m:e>
                            <m:sub>
                              <m:r>
                                <a:rPr kumimoji="1" lang="en-US" altLang="zh-TW" sz="14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sub>
                          </m:sSub>
                          <m:r>
                            <a:rPr kumimoji="1" lang="en-US" altLang="zh-TW" sz="14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  <m:r>
                            <a:rPr kumimoji="1" lang="en-US" altLang="zh-TW" sz="14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kumimoji="1" lang="en-US" altLang="zh-TW" sz="1400" b="0" i="1" smtClean="0">
                              <a:latin typeface="Cambria Math" panose="02040503050406030204" pitchFamily="18" charset="0"/>
                            </a:rPr>
                            <m:t>𝑔𝑙𝑜</m:t>
                          </m:r>
                        </m:sub>
                      </m:sSub>
                    </m:oMath>
                  </a14:m>
                  <a:r>
                    <a:rPr kumimoji="1" lang="en-US" altLang="zh-TW" b="0" dirty="0"/>
                    <a:t> </a:t>
                  </a:r>
                </a:p>
              </p:txBody>
            </p:sp>
          </mc:Choice>
          <mc:Fallback>
            <p:sp>
              <p:nvSpPr>
                <p:cNvPr id="72" name="文字方塊 71">
                  <a:extLst>
                    <a:ext uri="{FF2B5EF4-FFF2-40B4-BE49-F238E27FC236}">
                      <a16:creationId xmlns:a16="http://schemas.microsoft.com/office/drawing/2014/main" id="{A625EC5D-B5AA-CBFF-2C3D-28863EE554C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55990" y="1368542"/>
                  <a:ext cx="1058238" cy="276999"/>
                </a:xfrm>
                <a:prstGeom prst="rect">
                  <a:avLst/>
                </a:prstGeom>
                <a:blipFill>
                  <a:blip r:embed="rId24"/>
                  <a:stretch>
                    <a:fillRect l="-7143" b="-21739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73" name="群組 72">
              <a:extLst>
                <a:ext uri="{FF2B5EF4-FFF2-40B4-BE49-F238E27FC236}">
                  <a16:creationId xmlns:a16="http://schemas.microsoft.com/office/drawing/2014/main" id="{5825B2BD-CA73-9CAB-F18F-61AB5A7E5E4B}"/>
                </a:ext>
              </a:extLst>
            </p:cNvPr>
            <p:cNvGrpSpPr/>
            <p:nvPr/>
          </p:nvGrpSpPr>
          <p:grpSpPr>
            <a:xfrm>
              <a:off x="5319042" y="1670567"/>
              <a:ext cx="720000" cy="179794"/>
              <a:chOff x="5319042" y="1670567"/>
              <a:chExt cx="720000" cy="179794"/>
            </a:xfrm>
            <a:grpFill/>
          </p:grpSpPr>
          <p:sp>
            <p:nvSpPr>
              <p:cNvPr id="74" name="矩形 73">
                <a:extLst>
                  <a:ext uri="{FF2B5EF4-FFF2-40B4-BE49-F238E27FC236}">
                    <a16:creationId xmlns:a16="http://schemas.microsoft.com/office/drawing/2014/main" id="{57A5D241-B076-AC0B-D67B-7BA0DCB8D44A}"/>
                  </a:ext>
                </a:extLst>
              </p:cNvPr>
              <p:cNvSpPr/>
              <p:nvPr/>
            </p:nvSpPr>
            <p:spPr>
              <a:xfrm>
                <a:off x="5319042" y="1670567"/>
                <a:ext cx="720000" cy="179794"/>
              </a:xfrm>
              <a:prstGeom prst="rect">
                <a:avLst/>
              </a:prstGeom>
              <a:solidFill>
                <a:srgbClr val="E1F3F2"/>
              </a:solidFill>
              <a:ln w="12700"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kumimoji="1" lang="zh-TW" altLang="en-US"/>
              </a:p>
            </p:txBody>
          </p:sp>
          <p:cxnSp>
            <p:nvCxnSpPr>
              <p:cNvPr id="75" name="直線接點 74">
                <a:extLst>
                  <a:ext uri="{FF2B5EF4-FFF2-40B4-BE49-F238E27FC236}">
                    <a16:creationId xmlns:a16="http://schemas.microsoft.com/office/drawing/2014/main" id="{8DD02122-4455-3F2E-434F-D9F922C2AF3A}"/>
                  </a:ext>
                </a:extLst>
              </p:cNvPr>
              <p:cNvCxnSpPr>
                <a:cxnSpLocks/>
                <a:stCxn id="74" idx="0"/>
                <a:endCxn id="74" idx="2"/>
              </p:cNvCxnSpPr>
              <p:nvPr/>
            </p:nvCxnSpPr>
            <p:spPr>
              <a:xfrm>
                <a:off x="5679042" y="1670567"/>
                <a:ext cx="0" cy="179794"/>
              </a:xfrm>
              <a:prstGeom prst="line">
                <a:avLst/>
              </a:prstGeom>
              <a:grpFill/>
              <a:ln w="12700">
                <a:solidFill>
                  <a:schemeClr val="bg2">
                    <a:lumMod val="75000"/>
                  </a:schemeClr>
                </a:solidFill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6" name="直線接點 75">
                <a:extLst>
                  <a:ext uri="{FF2B5EF4-FFF2-40B4-BE49-F238E27FC236}">
                    <a16:creationId xmlns:a16="http://schemas.microsoft.com/office/drawing/2014/main" id="{CFA46462-1901-5394-CE18-2C9E4EA12D6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859795" y="1670567"/>
                <a:ext cx="0" cy="179794"/>
              </a:xfrm>
              <a:prstGeom prst="line">
                <a:avLst/>
              </a:prstGeom>
              <a:grpFill/>
              <a:ln w="12700">
                <a:solidFill>
                  <a:schemeClr val="bg2">
                    <a:lumMod val="75000"/>
                  </a:schemeClr>
                </a:solidFill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77" name="直線接點 76">
                <a:extLst>
                  <a:ext uri="{FF2B5EF4-FFF2-40B4-BE49-F238E27FC236}">
                    <a16:creationId xmlns:a16="http://schemas.microsoft.com/office/drawing/2014/main" id="{A59C5FA7-E3AA-0899-BDC2-8DC9FCF8975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499349" y="1670567"/>
                <a:ext cx="0" cy="179794"/>
              </a:xfrm>
              <a:prstGeom prst="line">
                <a:avLst/>
              </a:prstGeom>
              <a:grpFill/>
              <a:ln w="12700">
                <a:solidFill>
                  <a:schemeClr val="bg2">
                    <a:lumMod val="75000"/>
                  </a:schemeClr>
                </a:solidFill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78" name="群組 77">
            <a:extLst>
              <a:ext uri="{FF2B5EF4-FFF2-40B4-BE49-F238E27FC236}">
                <a16:creationId xmlns:a16="http://schemas.microsoft.com/office/drawing/2014/main" id="{D0A2E815-C5AC-8006-9905-79023EBBEC2D}"/>
              </a:ext>
            </a:extLst>
          </p:cNvPr>
          <p:cNvGrpSpPr/>
          <p:nvPr/>
        </p:nvGrpSpPr>
        <p:grpSpPr>
          <a:xfrm>
            <a:off x="8161956" y="1725859"/>
            <a:ext cx="720000" cy="454914"/>
            <a:chOff x="5319042" y="1395447"/>
            <a:chExt cx="720000" cy="454914"/>
          </a:xfrm>
          <a:solidFill>
            <a:srgbClr val="D7DCF8"/>
          </a:solidFill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9" name="文字方塊 78">
                  <a:extLst>
                    <a:ext uri="{FF2B5EF4-FFF2-40B4-BE49-F238E27FC236}">
                      <a16:creationId xmlns:a16="http://schemas.microsoft.com/office/drawing/2014/main" id="{2AFFFA58-A8B7-C313-5155-6E35C0D7BAFB}"/>
                    </a:ext>
                  </a:extLst>
                </p:cNvPr>
                <p:cNvSpPr txBox="1"/>
                <p:nvPr/>
              </p:nvSpPr>
              <p:spPr>
                <a:xfrm>
                  <a:off x="5319042" y="1395447"/>
                  <a:ext cx="343427" cy="215444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zh-TW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kumimoji="1" lang="en-US" altLang="zh-TW" sz="14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kumimoji="1" lang="el-GR" altLang="zh-TW" sz="140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α</m:t>
                                </m:r>
                              </m:e>
                              <m:sub>
                                <m:r>
                                  <a:rPr kumimoji="1" lang="en-US" altLang="zh-TW" sz="14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𝑢</m:t>
                                </m:r>
                              </m:sub>
                            </m:sSub>
                            <m:r>
                              <a:rPr kumimoji="1" lang="en-US" altLang="zh-TW" sz="1400" b="0" i="1" smtClean="0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kumimoji="1" lang="en-US" altLang="zh-TW" sz="1400" b="0" i="1" smtClean="0">
                                <a:latin typeface="Cambria Math" panose="02040503050406030204" pitchFamily="18" charset="0"/>
                              </a:rPr>
                              <m:t>𝑙𝑜𝑐</m:t>
                            </m:r>
                          </m:sub>
                        </m:sSub>
                      </m:oMath>
                    </m:oMathPara>
                  </a14:m>
                  <a:endParaRPr kumimoji="1" lang="en-US" altLang="zh-TW" b="0" dirty="0"/>
                </a:p>
              </p:txBody>
            </p:sp>
          </mc:Choice>
          <mc:Fallback>
            <p:sp>
              <p:nvSpPr>
                <p:cNvPr id="79" name="文字方塊 78">
                  <a:extLst>
                    <a:ext uri="{FF2B5EF4-FFF2-40B4-BE49-F238E27FC236}">
                      <a16:creationId xmlns:a16="http://schemas.microsoft.com/office/drawing/2014/main" id="{2AFFFA58-A8B7-C313-5155-6E35C0D7BAF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19042" y="1395447"/>
                  <a:ext cx="343427" cy="215444"/>
                </a:xfrm>
                <a:prstGeom prst="rect">
                  <a:avLst/>
                </a:prstGeom>
                <a:blipFill>
                  <a:blip r:embed="rId25"/>
                  <a:stretch>
                    <a:fillRect l="-14286" r="-53571" b="-16667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80" name="群組 79">
              <a:extLst>
                <a:ext uri="{FF2B5EF4-FFF2-40B4-BE49-F238E27FC236}">
                  <a16:creationId xmlns:a16="http://schemas.microsoft.com/office/drawing/2014/main" id="{277F6917-BBE0-CE65-517C-4B13E4708D7D}"/>
                </a:ext>
              </a:extLst>
            </p:cNvPr>
            <p:cNvGrpSpPr/>
            <p:nvPr/>
          </p:nvGrpSpPr>
          <p:grpSpPr>
            <a:xfrm>
              <a:off x="5319042" y="1670567"/>
              <a:ext cx="720000" cy="179794"/>
              <a:chOff x="5319042" y="1670567"/>
              <a:chExt cx="720000" cy="179794"/>
            </a:xfrm>
            <a:grpFill/>
          </p:grpSpPr>
          <p:sp>
            <p:nvSpPr>
              <p:cNvPr id="81" name="矩形 80">
                <a:extLst>
                  <a:ext uri="{FF2B5EF4-FFF2-40B4-BE49-F238E27FC236}">
                    <a16:creationId xmlns:a16="http://schemas.microsoft.com/office/drawing/2014/main" id="{0D5F7A03-1726-C76F-F303-D582E307CB33}"/>
                  </a:ext>
                </a:extLst>
              </p:cNvPr>
              <p:cNvSpPr/>
              <p:nvPr/>
            </p:nvSpPr>
            <p:spPr>
              <a:xfrm>
                <a:off x="5319042" y="1670567"/>
                <a:ext cx="720000" cy="179794"/>
              </a:xfrm>
              <a:prstGeom prst="rect">
                <a:avLst/>
              </a:prstGeom>
              <a:solidFill>
                <a:srgbClr val="EAEBF8"/>
              </a:solidFill>
              <a:ln w="12700"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kumimoji="1" lang="zh-TW" altLang="en-US"/>
              </a:p>
            </p:txBody>
          </p:sp>
          <p:cxnSp>
            <p:nvCxnSpPr>
              <p:cNvPr id="82" name="直線接點 81">
                <a:extLst>
                  <a:ext uri="{FF2B5EF4-FFF2-40B4-BE49-F238E27FC236}">
                    <a16:creationId xmlns:a16="http://schemas.microsoft.com/office/drawing/2014/main" id="{5F1D12ED-A637-E232-178D-47CD0D8D8773}"/>
                  </a:ext>
                </a:extLst>
              </p:cNvPr>
              <p:cNvCxnSpPr>
                <a:cxnSpLocks/>
                <a:stCxn id="81" idx="0"/>
                <a:endCxn id="81" idx="2"/>
              </p:cNvCxnSpPr>
              <p:nvPr/>
            </p:nvCxnSpPr>
            <p:spPr>
              <a:xfrm>
                <a:off x="5679042" y="1670567"/>
                <a:ext cx="0" cy="179794"/>
              </a:xfrm>
              <a:prstGeom prst="line">
                <a:avLst/>
              </a:prstGeom>
              <a:grpFill/>
              <a:ln w="12700">
                <a:solidFill>
                  <a:schemeClr val="bg2">
                    <a:lumMod val="75000"/>
                  </a:schemeClr>
                </a:solidFill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3" name="直線接點 82">
                <a:extLst>
                  <a:ext uri="{FF2B5EF4-FFF2-40B4-BE49-F238E27FC236}">
                    <a16:creationId xmlns:a16="http://schemas.microsoft.com/office/drawing/2014/main" id="{27F9CE5D-E865-3F9B-3EBB-1BA445A6414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859795" y="1670567"/>
                <a:ext cx="0" cy="179794"/>
              </a:xfrm>
              <a:prstGeom prst="line">
                <a:avLst/>
              </a:prstGeom>
              <a:grpFill/>
              <a:ln w="12700">
                <a:solidFill>
                  <a:schemeClr val="bg2">
                    <a:lumMod val="75000"/>
                  </a:schemeClr>
                </a:solidFill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84" name="直線接點 83">
                <a:extLst>
                  <a:ext uri="{FF2B5EF4-FFF2-40B4-BE49-F238E27FC236}">
                    <a16:creationId xmlns:a16="http://schemas.microsoft.com/office/drawing/2014/main" id="{FA5DDDE1-34CA-5B01-4C53-11C664490FF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499349" y="1670567"/>
                <a:ext cx="0" cy="179794"/>
              </a:xfrm>
              <a:prstGeom prst="line">
                <a:avLst/>
              </a:prstGeom>
              <a:grpFill/>
              <a:ln w="12700">
                <a:solidFill>
                  <a:schemeClr val="bg2">
                    <a:lumMod val="75000"/>
                  </a:schemeClr>
                </a:solidFill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  <p:cxnSp>
        <p:nvCxnSpPr>
          <p:cNvPr id="85" name="直線箭頭接點 84">
            <a:extLst>
              <a:ext uri="{FF2B5EF4-FFF2-40B4-BE49-F238E27FC236}">
                <a16:creationId xmlns:a16="http://schemas.microsoft.com/office/drawing/2014/main" id="{40C13CD3-7341-EB61-A4B8-F1DC8F0B0767}"/>
              </a:ext>
            </a:extLst>
          </p:cNvPr>
          <p:cNvCxnSpPr>
            <a:cxnSpLocks/>
            <a:stCxn id="69" idx="6"/>
          </p:cNvCxnSpPr>
          <p:nvPr/>
        </p:nvCxnSpPr>
        <p:spPr>
          <a:xfrm flipV="1">
            <a:off x="7527278" y="2090875"/>
            <a:ext cx="540000" cy="349200"/>
          </a:xfrm>
          <a:prstGeom prst="straightConnector1">
            <a:avLst/>
          </a:prstGeom>
          <a:ln w="12700">
            <a:solidFill>
              <a:schemeClr val="bg2">
                <a:lumMod val="75000"/>
              </a:schemeClr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8" name="直線箭頭接點 87">
            <a:extLst>
              <a:ext uri="{FF2B5EF4-FFF2-40B4-BE49-F238E27FC236}">
                <a16:creationId xmlns:a16="http://schemas.microsoft.com/office/drawing/2014/main" id="{1DFC7C53-06D0-1DE5-8EC1-151CD87522FC}"/>
              </a:ext>
            </a:extLst>
          </p:cNvPr>
          <p:cNvCxnSpPr>
            <a:cxnSpLocks/>
          </p:cNvCxnSpPr>
          <p:nvPr/>
        </p:nvCxnSpPr>
        <p:spPr>
          <a:xfrm>
            <a:off x="7530404" y="2427554"/>
            <a:ext cx="540000" cy="395583"/>
          </a:xfrm>
          <a:prstGeom prst="straightConnector1">
            <a:avLst/>
          </a:prstGeom>
          <a:ln w="12700">
            <a:solidFill>
              <a:schemeClr val="bg2">
                <a:lumMod val="75000"/>
              </a:schemeClr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2" name="直線箭頭接點 91">
            <a:extLst>
              <a:ext uri="{FF2B5EF4-FFF2-40B4-BE49-F238E27FC236}">
                <a16:creationId xmlns:a16="http://schemas.microsoft.com/office/drawing/2014/main" id="{49FA64E3-8F91-0542-3673-8540AA566C79}"/>
              </a:ext>
            </a:extLst>
          </p:cNvPr>
          <p:cNvCxnSpPr>
            <a:cxnSpLocks/>
          </p:cNvCxnSpPr>
          <p:nvPr/>
        </p:nvCxnSpPr>
        <p:spPr>
          <a:xfrm>
            <a:off x="8881956" y="2090876"/>
            <a:ext cx="540000" cy="227135"/>
          </a:xfrm>
          <a:prstGeom prst="straightConnector1">
            <a:avLst/>
          </a:prstGeom>
          <a:ln w="12700">
            <a:solidFill>
              <a:schemeClr val="bg2">
                <a:lumMod val="75000"/>
              </a:schemeClr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3" name="直線箭頭接點 92">
            <a:extLst>
              <a:ext uri="{FF2B5EF4-FFF2-40B4-BE49-F238E27FC236}">
                <a16:creationId xmlns:a16="http://schemas.microsoft.com/office/drawing/2014/main" id="{E07B851D-A8EF-73FC-66A6-1D974A266019}"/>
              </a:ext>
            </a:extLst>
          </p:cNvPr>
          <p:cNvCxnSpPr>
            <a:cxnSpLocks/>
          </p:cNvCxnSpPr>
          <p:nvPr/>
        </p:nvCxnSpPr>
        <p:spPr>
          <a:xfrm flipV="1">
            <a:off x="8881956" y="2596002"/>
            <a:ext cx="540000" cy="227135"/>
          </a:xfrm>
          <a:prstGeom prst="straightConnector1">
            <a:avLst/>
          </a:prstGeom>
          <a:ln w="12700">
            <a:solidFill>
              <a:schemeClr val="bg2">
                <a:lumMod val="75000"/>
              </a:schemeClr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4" name="橢圓 93">
            <a:extLst>
              <a:ext uri="{FF2B5EF4-FFF2-40B4-BE49-F238E27FC236}">
                <a16:creationId xmlns:a16="http://schemas.microsoft.com/office/drawing/2014/main" id="{F67B2DC9-B910-26A3-B120-509BA2EA0D75}"/>
              </a:ext>
            </a:extLst>
          </p:cNvPr>
          <p:cNvSpPr/>
          <p:nvPr/>
        </p:nvSpPr>
        <p:spPr>
          <a:xfrm>
            <a:off x="9496535" y="2258691"/>
            <a:ext cx="359596" cy="359596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bg2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zh-TW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5" name="文字方塊 94">
                <a:extLst>
                  <a:ext uri="{FF2B5EF4-FFF2-40B4-BE49-F238E27FC236}">
                    <a16:creationId xmlns:a16="http://schemas.microsoft.com/office/drawing/2014/main" id="{55AD3C1D-3648-4576-9A7B-78BD50D2FA06}"/>
                  </a:ext>
                </a:extLst>
              </p:cNvPr>
              <p:cNvSpPr txBox="1"/>
              <p:nvPr/>
            </p:nvSpPr>
            <p:spPr>
              <a:xfrm>
                <a:off x="9612894" y="2325199"/>
                <a:ext cx="136255" cy="21544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kumimoji="1" lang="en-US" altLang="zh-TW" sz="1400" b="0" i="0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</m:oMath>
                  </m:oMathPara>
                </a14:m>
                <a:endParaRPr kumimoji="1" lang="en-US" altLang="zh-TW" b="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95" name="文字方塊 94">
                <a:extLst>
                  <a:ext uri="{FF2B5EF4-FFF2-40B4-BE49-F238E27FC236}">
                    <a16:creationId xmlns:a16="http://schemas.microsoft.com/office/drawing/2014/main" id="{55AD3C1D-3648-4576-9A7B-78BD50D2FA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12894" y="2325199"/>
                <a:ext cx="136255" cy="215444"/>
              </a:xfrm>
              <a:prstGeom prst="rect">
                <a:avLst/>
              </a:prstGeom>
              <a:blipFill>
                <a:blip r:embed="rId26"/>
                <a:stretch>
                  <a:fillRect l="-33333" r="-3333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1" name="直線箭頭接點 100">
            <a:extLst>
              <a:ext uri="{FF2B5EF4-FFF2-40B4-BE49-F238E27FC236}">
                <a16:creationId xmlns:a16="http://schemas.microsoft.com/office/drawing/2014/main" id="{E220903B-0762-C42D-CB27-FB1850031748}"/>
              </a:ext>
            </a:extLst>
          </p:cNvPr>
          <p:cNvCxnSpPr>
            <a:cxnSpLocks/>
          </p:cNvCxnSpPr>
          <p:nvPr/>
        </p:nvCxnSpPr>
        <p:spPr>
          <a:xfrm>
            <a:off x="9856131" y="2438489"/>
            <a:ext cx="360000" cy="0"/>
          </a:xfrm>
          <a:prstGeom prst="straightConnector1">
            <a:avLst/>
          </a:prstGeom>
          <a:ln w="12700">
            <a:solidFill>
              <a:schemeClr val="bg2">
                <a:lumMod val="75000"/>
              </a:schemeClr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103" name="群組 102">
            <a:extLst>
              <a:ext uri="{FF2B5EF4-FFF2-40B4-BE49-F238E27FC236}">
                <a16:creationId xmlns:a16="http://schemas.microsoft.com/office/drawing/2014/main" id="{F38FF37A-5B1D-0B3C-9B7D-1065EB85A21A}"/>
              </a:ext>
            </a:extLst>
          </p:cNvPr>
          <p:cNvGrpSpPr/>
          <p:nvPr/>
        </p:nvGrpSpPr>
        <p:grpSpPr>
          <a:xfrm>
            <a:off x="10307075" y="2085729"/>
            <a:ext cx="720000" cy="454914"/>
            <a:chOff x="5319042" y="1395447"/>
            <a:chExt cx="720000" cy="454914"/>
          </a:xfrm>
          <a:solidFill>
            <a:srgbClr val="B7B5E1"/>
          </a:solidFill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4" name="文字方塊 103">
                  <a:extLst>
                    <a:ext uri="{FF2B5EF4-FFF2-40B4-BE49-F238E27FC236}">
                      <a16:creationId xmlns:a16="http://schemas.microsoft.com/office/drawing/2014/main" id="{240C8613-9B50-9BBF-6879-450D3278CB76}"/>
                    </a:ext>
                  </a:extLst>
                </p:cNvPr>
                <p:cNvSpPr txBox="1"/>
                <p:nvPr/>
              </p:nvSpPr>
              <p:spPr>
                <a:xfrm>
                  <a:off x="5319042" y="1395447"/>
                  <a:ext cx="343427" cy="23269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1" lang="en-US" altLang="zh-TW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zh-TW" sz="1400" b="0" i="1" smtClean="0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kumimoji="1" lang="en-US" altLang="zh-TW" sz="1400" b="0" i="1" smtClean="0">
                                <a:latin typeface="Cambria Math" panose="02040503050406030204" pitchFamily="18" charset="0"/>
                              </a:rPr>
                              <m:t>𝑓𝑖𝑛𝑎𝑙</m:t>
                            </m:r>
                          </m:sub>
                        </m:sSub>
                      </m:oMath>
                    </m:oMathPara>
                  </a14:m>
                  <a:endParaRPr kumimoji="1" lang="en-US" altLang="zh-TW" b="0" dirty="0"/>
                </a:p>
              </p:txBody>
            </p:sp>
          </mc:Choice>
          <mc:Fallback xmlns="">
            <p:sp>
              <p:nvSpPr>
                <p:cNvPr id="363" name="文字方塊 362">
                  <a:extLst>
                    <a:ext uri="{FF2B5EF4-FFF2-40B4-BE49-F238E27FC236}">
                      <a16:creationId xmlns:a16="http://schemas.microsoft.com/office/drawing/2014/main" id="{B8564E75-E969-4058-51B5-1CD65821F2E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19042" y="1395447"/>
                  <a:ext cx="343427" cy="232692"/>
                </a:xfrm>
                <a:prstGeom prst="rect">
                  <a:avLst/>
                </a:prstGeom>
                <a:blipFill>
                  <a:blip r:embed="rId27"/>
                  <a:stretch>
                    <a:fillRect l="-10714" r="-39286" b="-2000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105" name="群組 104">
              <a:extLst>
                <a:ext uri="{FF2B5EF4-FFF2-40B4-BE49-F238E27FC236}">
                  <a16:creationId xmlns:a16="http://schemas.microsoft.com/office/drawing/2014/main" id="{BBBB2B48-3A78-F877-EF26-33F72991BD43}"/>
                </a:ext>
              </a:extLst>
            </p:cNvPr>
            <p:cNvGrpSpPr/>
            <p:nvPr/>
          </p:nvGrpSpPr>
          <p:grpSpPr>
            <a:xfrm>
              <a:off x="5319042" y="1670567"/>
              <a:ext cx="720000" cy="179794"/>
              <a:chOff x="5319042" y="1670567"/>
              <a:chExt cx="720000" cy="179794"/>
            </a:xfrm>
            <a:grpFill/>
          </p:grpSpPr>
          <p:sp>
            <p:nvSpPr>
              <p:cNvPr id="106" name="矩形 105">
                <a:extLst>
                  <a:ext uri="{FF2B5EF4-FFF2-40B4-BE49-F238E27FC236}">
                    <a16:creationId xmlns:a16="http://schemas.microsoft.com/office/drawing/2014/main" id="{54076A6A-8AB0-7BC0-7870-075A3A2533DD}"/>
                  </a:ext>
                </a:extLst>
              </p:cNvPr>
              <p:cNvSpPr/>
              <p:nvPr/>
            </p:nvSpPr>
            <p:spPr>
              <a:xfrm>
                <a:off x="5319042" y="1670567"/>
                <a:ext cx="720000" cy="179794"/>
              </a:xfrm>
              <a:prstGeom prst="rect">
                <a:avLst/>
              </a:prstGeom>
              <a:solidFill>
                <a:srgbClr val="D7DCF8"/>
              </a:solidFill>
              <a:ln w="12700"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kumimoji="1" lang="zh-TW" altLang="en-US"/>
              </a:p>
            </p:txBody>
          </p:sp>
          <p:cxnSp>
            <p:nvCxnSpPr>
              <p:cNvPr id="107" name="直線接點 106">
                <a:extLst>
                  <a:ext uri="{FF2B5EF4-FFF2-40B4-BE49-F238E27FC236}">
                    <a16:creationId xmlns:a16="http://schemas.microsoft.com/office/drawing/2014/main" id="{3C2992F3-4B15-07D5-1470-D41C6A2713F6}"/>
                  </a:ext>
                </a:extLst>
              </p:cNvPr>
              <p:cNvCxnSpPr>
                <a:cxnSpLocks/>
                <a:stCxn id="106" idx="0"/>
                <a:endCxn id="106" idx="2"/>
              </p:cNvCxnSpPr>
              <p:nvPr/>
            </p:nvCxnSpPr>
            <p:spPr>
              <a:xfrm>
                <a:off x="5679042" y="1670567"/>
                <a:ext cx="0" cy="179794"/>
              </a:xfrm>
              <a:prstGeom prst="line">
                <a:avLst/>
              </a:prstGeom>
              <a:grpFill/>
              <a:ln w="12700">
                <a:solidFill>
                  <a:schemeClr val="bg2">
                    <a:lumMod val="75000"/>
                  </a:schemeClr>
                </a:solidFill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8" name="直線接點 107">
                <a:extLst>
                  <a:ext uri="{FF2B5EF4-FFF2-40B4-BE49-F238E27FC236}">
                    <a16:creationId xmlns:a16="http://schemas.microsoft.com/office/drawing/2014/main" id="{CBD8852B-8BF1-8B1A-CBBA-D4711FCBD5E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859795" y="1670567"/>
                <a:ext cx="0" cy="179794"/>
              </a:xfrm>
              <a:prstGeom prst="line">
                <a:avLst/>
              </a:prstGeom>
              <a:grpFill/>
              <a:ln w="12700">
                <a:solidFill>
                  <a:schemeClr val="bg2">
                    <a:lumMod val="75000"/>
                  </a:schemeClr>
                </a:solidFill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09" name="直線接點 108">
                <a:extLst>
                  <a:ext uri="{FF2B5EF4-FFF2-40B4-BE49-F238E27FC236}">
                    <a16:creationId xmlns:a16="http://schemas.microsoft.com/office/drawing/2014/main" id="{165BC9E5-9460-BCBA-61C4-522DF21163F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499349" y="1670567"/>
                <a:ext cx="0" cy="179794"/>
              </a:xfrm>
              <a:prstGeom prst="line">
                <a:avLst/>
              </a:prstGeom>
              <a:grpFill/>
              <a:ln w="12700">
                <a:solidFill>
                  <a:schemeClr val="bg2">
                    <a:lumMod val="75000"/>
                  </a:schemeClr>
                </a:solidFill>
              </a:ln>
            </p:spPr>
            <p:style>
              <a:lnRef idx="1">
                <a:schemeClr val="dk1"/>
              </a:lnRef>
              <a:fillRef idx="0">
                <a:schemeClr val="dk1"/>
              </a:fillRef>
              <a:effectRef idx="0">
                <a:schemeClr val="dk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3058425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1789</TotalTime>
  <Words>178</Words>
  <Application>Microsoft Macintosh PowerPoint</Application>
  <PresentationFormat>寬螢幕</PresentationFormat>
  <Paragraphs>81</Paragraphs>
  <Slides>3</Slides>
  <Notes>2</Notes>
  <HiddenSlides>0</HiddenSlides>
  <MMClips>0</MMClips>
  <ScaleCrop>false</ScaleCrop>
  <HeadingPairs>
    <vt:vector size="6" baseType="variant">
      <vt:variant>
        <vt:lpstr>使用字型</vt:lpstr>
      </vt:variant>
      <vt:variant>
        <vt:i4>5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3</vt:i4>
      </vt:variant>
    </vt:vector>
  </HeadingPairs>
  <TitlesOfParts>
    <vt:vector size="9" baseType="lpstr">
      <vt:lpstr>Mona Sans VF</vt:lpstr>
      <vt:lpstr>Arial</vt:lpstr>
      <vt:lpstr>Calibri</vt:lpstr>
      <vt:lpstr>Calibri Light</vt:lpstr>
      <vt:lpstr>Cambria Math</vt:lpstr>
      <vt:lpstr>Office 佈景主題</vt:lpstr>
      <vt:lpstr>PowerPoint 簡報</vt:lpstr>
      <vt:lpstr>PowerPoint 簡報</vt:lpstr>
      <vt:lpstr>PowerPoint 簡報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珮芝 徐</dc:creator>
  <cp:lastModifiedBy>珮芝 徐</cp:lastModifiedBy>
  <cp:revision>14</cp:revision>
  <dcterms:created xsi:type="dcterms:W3CDTF">2026-05-18T20:33:34Z</dcterms:created>
  <dcterms:modified xsi:type="dcterms:W3CDTF">2026-05-23T17:26:30Z</dcterms:modified>
</cp:coreProperties>
</file>