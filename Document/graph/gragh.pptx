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62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3F2"/>
    <a:srgbClr val="EAEBF8"/>
    <a:srgbClr val="D2EFEB"/>
    <a:srgbClr val="D7F3EC"/>
    <a:srgbClr val="D7DCF8"/>
    <a:srgbClr val="FBDDDA"/>
    <a:srgbClr val="FBCAC9"/>
    <a:srgbClr val="F8808B"/>
    <a:srgbClr val="E0F3F1"/>
    <a:srgbClr val="D5D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5517"/>
  </p:normalViewPr>
  <p:slideViewPr>
    <p:cSldViewPr snapToGrid="0">
      <p:cViewPr varScale="1">
        <p:scale>
          <a:sx n="132" d="100"/>
          <a:sy n="132" d="100"/>
        </p:scale>
        <p:origin x="168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5A23F-80FA-944B-B64A-12301C8BEC59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2AAF2-8E63-D844-8730-3621242CB7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394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273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AAF2-8E63-D844-8730-3621242CB7C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5071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91C17-B020-4CD7-298D-D399944F3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B231F3-5A44-0A37-E797-B26AD298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E1BDE1-F05F-57CC-0AAC-943B286B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6386D8-D63E-5DAA-50CF-F9171D3B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CBD38-835C-99CB-8C87-6185CD4D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375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203DB-133C-C125-B710-2473B855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6727EF-3583-1FCA-6B6A-FD784AAA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C1EBD-0511-D65B-6D05-EB6A47C9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D1CBA0-1D09-4F33-B7A2-377227DA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7C70B-DE31-B51A-AB33-2CC7D878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18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87A8FA-4EEC-59D2-5A25-5665B95A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02D57E-234F-C7A3-9C42-7FA1C4CF3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985DA7-9811-EEF4-3A59-49634F24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C5CE41-8825-D619-844A-A005132F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65A83-D102-EF73-109C-07918588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47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1983F-AC79-3022-D184-B1987A73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BF5996-61D1-4A15-C44F-8A78CE8E4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F9FF7D-CBC4-7271-8B0D-51142AB4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29F57B-14D6-6107-14C5-BA41761E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90D165-5B6A-F258-21EF-CC9E2FD7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435919-C30B-4FAF-82CD-6AB8C486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654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80EDF-B4FD-D7C9-C79F-4BC5F90C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641586-0136-6C26-1AD0-0D19BEE1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E68842-A991-2F9D-33AC-7CF198F54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BB5E7B7-A4DB-DFEC-5A9D-2DF6C7268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E051FBC-9649-1815-4736-649B8FECA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DBDAAF-5610-A886-3524-CDE4D532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E7A69F-640C-24CF-852A-69142453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8722D62-9765-878B-CAFB-DDBE42C8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596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EAF3A-F275-AA8E-B399-3B60A5CA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95C5F3-2AB4-3FBF-31E5-90AEFB9A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A9EED1-73EE-8A74-CB3D-27B7D51D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FD872D-FA49-05D0-8A7C-E5A5848C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785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4E3DA2E-462D-0682-6EF8-A751D183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6C1EDD-E4EB-6F6D-DA30-05B10EBE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739590-20A0-E414-A81F-8F08595F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853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82E0B0-836A-B4F8-B58D-AE87C1C6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CF688-D66B-3DF9-56A8-67B88BAD3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1D4577-179D-BCF7-7956-19F494EBD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86BD6F-597E-E8DE-DEB2-91C850E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322631-C171-A8D8-DD22-FD071E1E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775B9F-D082-6373-4360-76BFA580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046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5DA14-8D6C-A46E-C1EA-2634DE71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70D346-DF0A-BD1B-4E68-8424B6F16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4D0DDA-C623-2317-4174-DBC5F06C2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7805E5-7902-FE4A-F3A4-3B124196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1AA0A6-9F04-5BE8-2AEA-C906DC54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A5A964-24C3-51DB-1995-3380C2DC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450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60E403-399E-3CB1-9B65-43E558D9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0355A6-66F3-26B3-B3C4-31B1B4EE9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A5C86-DE88-5596-B653-33EB4DDE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B78FE-3CA8-40EE-B2C1-4B7E407E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00A960-F2F2-2FDD-FB3B-621C6388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734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59D3CB0-E9FC-6DE7-A66A-AF87924B6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6908D6-B571-618A-5BF7-A6D7223C1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A8658A-BBD9-8084-A2D6-348027A1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7226B0-03D5-9939-6920-F67F08C7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88A122-FE26-A7A1-01A4-91843F3C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313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C7C7E5C-8089-26D9-9973-5367F7D4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46C932-B1FA-F6F1-A91B-0EA20D27D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2FE51F-DF5E-7EF9-F216-04AC8B5B5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6C9B6-C88C-E641-8D49-71A2BB1D34B4}" type="datetimeFigureOut">
              <a:rPr kumimoji="1" lang="zh-TW" altLang="en-US" smtClean="0"/>
              <a:t>2026/6/15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642B56-3003-AF5B-6025-F2D55AF58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6DE68B-2FA3-A3B4-F383-FAA8726C6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81F46-3297-B947-875A-F3D72F417F5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022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群組 292">
            <a:extLst>
              <a:ext uri="{FF2B5EF4-FFF2-40B4-BE49-F238E27FC236}">
                <a16:creationId xmlns:a16="http://schemas.microsoft.com/office/drawing/2014/main" id="{5906AE15-C0EC-CBA7-E0EE-1F9C45E90C2E}"/>
              </a:ext>
            </a:extLst>
          </p:cNvPr>
          <p:cNvGrpSpPr/>
          <p:nvPr/>
        </p:nvGrpSpPr>
        <p:grpSpPr>
          <a:xfrm>
            <a:off x="2619177" y="3902271"/>
            <a:ext cx="2093157" cy="611732"/>
            <a:chOff x="3342024" y="3775887"/>
            <a:chExt cx="2093157" cy="611732"/>
          </a:xfrm>
        </p:grpSpPr>
        <p:sp>
          <p:nvSpPr>
            <p:cNvPr id="292" name="圓角矩形 291">
              <a:extLst>
                <a:ext uri="{FF2B5EF4-FFF2-40B4-BE49-F238E27FC236}">
                  <a16:creationId xmlns:a16="http://schemas.microsoft.com/office/drawing/2014/main" id="{3E8A0AC2-CF17-E47B-4E77-F6A05588D8DD}"/>
                </a:ext>
              </a:extLst>
            </p:cNvPr>
            <p:cNvSpPr/>
            <p:nvPr/>
          </p:nvSpPr>
          <p:spPr>
            <a:xfrm>
              <a:off x="3560472" y="3775887"/>
              <a:ext cx="1633840" cy="593087"/>
            </a:xfrm>
            <a:prstGeom prst="roundRect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/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64944383-E205-2039-F3C0-EDB717B846A9}"/>
                </a:ext>
              </a:extLst>
            </p:cNvPr>
            <p:cNvSpPr txBox="1"/>
            <p:nvPr/>
          </p:nvSpPr>
          <p:spPr>
            <a:xfrm>
              <a:off x="3342024" y="3802844"/>
              <a:ext cx="2093157" cy="5847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Softmax Rationale Masking</a:t>
              </a:r>
            </a:p>
          </p:txBody>
        </p:sp>
      </p:grpSp>
      <p:grpSp>
        <p:nvGrpSpPr>
          <p:cNvPr id="385" name="群組 384">
            <a:extLst>
              <a:ext uri="{FF2B5EF4-FFF2-40B4-BE49-F238E27FC236}">
                <a16:creationId xmlns:a16="http://schemas.microsoft.com/office/drawing/2014/main" id="{ADFBD5F3-B04C-DBB8-EB94-2C342A23E7AD}"/>
              </a:ext>
            </a:extLst>
          </p:cNvPr>
          <p:cNvGrpSpPr/>
          <p:nvPr/>
        </p:nvGrpSpPr>
        <p:grpSpPr>
          <a:xfrm>
            <a:off x="6382847" y="1005118"/>
            <a:ext cx="1536167" cy="3322548"/>
            <a:chOff x="6382847" y="1020590"/>
            <a:chExt cx="1536167" cy="3228283"/>
          </a:xfrm>
        </p:grpSpPr>
        <p:sp>
          <p:nvSpPr>
            <p:cNvPr id="383" name="圓角矩形 382">
              <a:extLst>
                <a:ext uri="{FF2B5EF4-FFF2-40B4-BE49-F238E27FC236}">
                  <a16:creationId xmlns:a16="http://schemas.microsoft.com/office/drawing/2014/main" id="{C35B9AAF-C759-0CBE-D6FA-781E6394C520}"/>
                </a:ext>
              </a:extLst>
            </p:cNvPr>
            <p:cNvSpPr/>
            <p:nvPr/>
          </p:nvSpPr>
          <p:spPr>
            <a:xfrm>
              <a:off x="6382848" y="1020590"/>
              <a:ext cx="1536166" cy="32282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 sz="2000"/>
            </a:p>
          </p:txBody>
        </p:sp>
        <p:sp>
          <p:nvSpPr>
            <p:cNvPr id="384" name="文字方塊 383">
              <a:extLst>
                <a:ext uri="{FF2B5EF4-FFF2-40B4-BE49-F238E27FC236}">
                  <a16:creationId xmlns:a16="http://schemas.microsoft.com/office/drawing/2014/main" id="{11137AA9-5977-4471-F427-6F34826FDAD9}"/>
                </a:ext>
              </a:extLst>
            </p:cNvPr>
            <p:cNvSpPr txBox="1"/>
            <p:nvPr/>
          </p:nvSpPr>
          <p:spPr>
            <a:xfrm>
              <a:off x="6382847" y="1056016"/>
              <a:ext cx="1536165" cy="3289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Fusion</a:t>
              </a:r>
              <a:endParaRPr kumimoji="1" lang="zh-TW" altLang="en-US" sz="1400" dirty="0"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8E42FF91-2692-794A-EB93-60BDEA6351B0}"/>
              </a:ext>
            </a:extLst>
          </p:cNvPr>
          <p:cNvSpPr txBox="1"/>
          <p:nvPr/>
        </p:nvSpPr>
        <p:spPr>
          <a:xfrm>
            <a:off x="221076" y="573114"/>
            <a:ext cx="132809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TW" dirty="0">
                <a:cs typeface="Times New Roman" panose="02020603050405020304" pitchFamily="18" charset="0"/>
              </a:rPr>
              <a:t>Local View </a:t>
            </a:r>
            <a:endParaRPr kumimoji="1"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5F3B863-84DE-4824-5C30-037516882654}"/>
              </a:ext>
            </a:extLst>
          </p:cNvPr>
          <p:cNvSpPr txBox="1"/>
          <p:nvPr/>
        </p:nvSpPr>
        <p:spPr>
          <a:xfrm>
            <a:off x="214006" y="2816383"/>
            <a:ext cx="1432614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TW" dirty="0">
                <a:cs typeface="Times New Roman" panose="02020603050405020304" pitchFamily="18" charset="0"/>
              </a:rPr>
              <a:t>Global View </a:t>
            </a:r>
            <a:endParaRPr kumimoji="1" lang="zh-TW" altLang="en-US" dirty="0">
              <a:cs typeface="Times New Roman" panose="02020603050405020304" pitchFamily="18" charset="0"/>
            </a:endParaRPr>
          </a:p>
        </p:txBody>
      </p:sp>
      <p:cxnSp>
        <p:nvCxnSpPr>
          <p:cNvPr id="102" name="直線箭頭接點 101">
            <a:extLst>
              <a:ext uri="{FF2B5EF4-FFF2-40B4-BE49-F238E27FC236}">
                <a16:creationId xmlns:a16="http://schemas.microsoft.com/office/drawing/2014/main" id="{6C7EFC1E-49C9-98C2-5F3B-B4BDE571701D}"/>
              </a:ext>
            </a:extLst>
          </p:cNvPr>
          <p:cNvCxnSpPr>
            <a:cxnSpLocks/>
          </p:cNvCxnSpPr>
          <p:nvPr/>
        </p:nvCxnSpPr>
        <p:spPr>
          <a:xfrm>
            <a:off x="2860223" y="1930374"/>
            <a:ext cx="54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5C39B5C-FAC2-01F1-C8B5-2CAA6EED3CE9}"/>
              </a:ext>
            </a:extLst>
          </p:cNvPr>
          <p:cNvGrpSpPr/>
          <p:nvPr/>
        </p:nvGrpSpPr>
        <p:grpSpPr>
          <a:xfrm>
            <a:off x="3287661" y="1723840"/>
            <a:ext cx="1386730" cy="427725"/>
            <a:chOff x="3472826" y="1705986"/>
            <a:chExt cx="1386730" cy="427725"/>
          </a:xfrm>
        </p:grpSpPr>
        <p:sp>
          <p:nvSpPr>
            <p:cNvPr id="104" name="圓角矩形 103">
              <a:extLst>
                <a:ext uri="{FF2B5EF4-FFF2-40B4-BE49-F238E27FC236}">
                  <a16:creationId xmlns:a16="http://schemas.microsoft.com/office/drawing/2014/main" id="{241AAD5F-CE5F-3534-3911-741489ED46AB}"/>
                </a:ext>
              </a:extLst>
            </p:cNvPr>
            <p:cNvSpPr/>
            <p:nvPr/>
          </p:nvSpPr>
          <p:spPr>
            <a:xfrm>
              <a:off x="3679949" y="1705986"/>
              <a:ext cx="948611" cy="427725"/>
            </a:xfrm>
            <a:prstGeom prst="roundRect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/>
            </a:p>
          </p:txBody>
        </p:sp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A8B1DA1F-3F1F-2271-1161-A322678C1F2B}"/>
                </a:ext>
              </a:extLst>
            </p:cNvPr>
            <p:cNvSpPr txBox="1"/>
            <p:nvPr/>
          </p:nvSpPr>
          <p:spPr>
            <a:xfrm>
              <a:off x="3472826" y="1753455"/>
              <a:ext cx="1386730" cy="338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LightGCN</a:t>
              </a:r>
              <a:endParaRPr kumimoji="1" lang="zh-TW" altLang="en-US" sz="12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115" name="直線箭頭接點 114">
            <a:extLst>
              <a:ext uri="{FF2B5EF4-FFF2-40B4-BE49-F238E27FC236}">
                <a16:creationId xmlns:a16="http://schemas.microsoft.com/office/drawing/2014/main" id="{4CBF76CB-1FC1-3ADE-FDA6-9FD7C7E8E4EF}"/>
              </a:ext>
            </a:extLst>
          </p:cNvPr>
          <p:cNvCxnSpPr>
            <a:cxnSpLocks/>
          </p:cNvCxnSpPr>
          <p:nvPr/>
        </p:nvCxnSpPr>
        <p:spPr>
          <a:xfrm>
            <a:off x="4443395" y="1919850"/>
            <a:ext cx="54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箭頭接點 121">
            <a:extLst>
              <a:ext uri="{FF2B5EF4-FFF2-40B4-BE49-F238E27FC236}">
                <a16:creationId xmlns:a16="http://schemas.microsoft.com/office/drawing/2014/main" id="{F918111E-6AB8-6D61-0E5C-5008A817E0C5}"/>
              </a:ext>
            </a:extLst>
          </p:cNvPr>
          <p:cNvCxnSpPr>
            <a:cxnSpLocks/>
          </p:cNvCxnSpPr>
          <p:nvPr/>
        </p:nvCxnSpPr>
        <p:spPr>
          <a:xfrm flipH="1" flipV="1">
            <a:off x="2159382" y="5027748"/>
            <a:ext cx="303939" cy="90432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521AF7C7-443F-5226-1A03-420D40CA0233}"/>
              </a:ext>
            </a:extLst>
          </p:cNvPr>
          <p:cNvSpPr txBox="1"/>
          <p:nvPr/>
        </p:nvSpPr>
        <p:spPr>
          <a:xfrm>
            <a:off x="2466709" y="4935984"/>
            <a:ext cx="1305298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TW" sz="1600" dirty="0">
                <a:cs typeface="Times New Roman" panose="02020603050405020304" pitchFamily="18" charset="0"/>
              </a:rPr>
              <a:t>KG-SVD </a:t>
            </a:r>
            <a:r>
              <a:rPr lang="en" altLang="zh-TW" sz="1600" b="0" i="0" dirty="0">
                <a:solidFill>
                  <a:srgbClr val="1F2328"/>
                </a:solidFill>
                <a:effectLst/>
                <a:latin typeface="Mona Sans VF"/>
              </a:rPr>
              <a:t>Init</a:t>
            </a:r>
            <a:endParaRPr kumimoji="1" lang="zh-TW" altLang="en-US" sz="1600" dirty="0">
              <a:cs typeface="Times New Roman" panose="02020603050405020304" pitchFamily="18" charset="0"/>
            </a:endParaRPr>
          </a:p>
        </p:txBody>
      </p:sp>
      <p:grpSp>
        <p:nvGrpSpPr>
          <p:cNvPr id="155" name="群組 154">
            <a:extLst>
              <a:ext uri="{FF2B5EF4-FFF2-40B4-BE49-F238E27FC236}">
                <a16:creationId xmlns:a16="http://schemas.microsoft.com/office/drawing/2014/main" id="{5FA637B2-1E6B-6542-73FE-D43C56CAF3E1}"/>
              </a:ext>
            </a:extLst>
          </p:cNvPr>
          <p:cNvGrpSpPr/>
          <p:nvPr/>
        </p:nvGrpSpPr>
        <p:grpSpPr>
          <a:xfrm>
            <a:off x="5071896" y="1298327"/>
            <a:ext cx="720000" cy="509115"/>
            <a:chOff x="5319042" y="1341246"/>
            <a:chExt cx="720000" cy="5091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D54A2831-A259-D8F8-56F6-F8D100C4E718}"/>
                    </a:ext>
                  </a:extLst>
                </p:cNvPr>
                <p:cNvSpPr txBox="1"/>
                <p:nvPr/>
              </p:nvSpPr>
              <p:spPr>
                <a:xfrm>
                  <a:off x="5328981" y="1341246"/>
                  <a:ext cx="34342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2400" b="0" dirty="0"/>
                </a:p>
              </p:txBody>
            </p:sp>
          </mc:Choice>
          <mc:Fallback xmlns="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D54A2831-A259-D8F8-56F6-F8D100C4E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981" y="1341246"/>
                  <a:ext cx="3434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7857" r="-21429" b="-181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3" name="群組 152">
              <a:extLst>
                <a:ext uri="{FF2B5EF4-FFF2-40B4-BE49-F238E27FC236}">
                  <a16:creationId xmlns:a16="http://schemas.microsoft.com/office/drawing/2014/main" id="{D6F4C132-C507-AF89-F36D-2803EF1EA414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C63BEFF9-92DB-EC44-5A62-96EA5834F032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9EBF8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 sz="2000"/>
              </a:p>
            </p:txBody>
          </p:sp>
          <p:cxnSp>
            <p:nvCxnSpPr>
              <p:cNvPr id="145" name="直線接點 144">
                <a:extLst>
                  <a:ext uri="{FF2B5EF4-FFF2-40B4-BE49-F238E27FC236}">
                    <a16:creationId xmlns:a16="http://schemas.microsoft.com/office/drawing/2014/main" id="{ADB168F2-C5DA-45F1-9B5C-29CD6C9CA2B1}"/>
                  </a:ext>
                </a:extLst>
              </p:cNvPr>
              <p:cNvCxnSpPr>
                <a:cxnSpLocks/>
                <a:stCxn id="141" idx="0"/>
                <a:endCxn id="141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52A70E14-FF30-8942-2177-97214F473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>
                <a:extLst>
                  <a:ext uri="{FF2B5EF4-FFF2-40B4-BE49-F238E27FC236}">
                    <a16:creationId xmlns:a16="http://schemas.microsoft.com/office/drawing/2014/main" id="{9EE2172C-5000-3772-9B4A-B8D75E3651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34F6EBC5-7853-457F-A198-4E7C733275E4}"/>
              </a:ext>
            </a:extLst>
          </p:cNvPr>
          <p:cNvGrpSpPr/>
          <p:nvPr/>
        </p:nvGrpSpPr>
        <p:grpSpPr>
          <a:xfrm>
            <a:off x="5071896" y="2071255"/>
            <a:ext cx="720000" cy="471688"/>
            <a:chOff x="5319042" y="1670567"/>
            <a:chExt cx="720000" cy="471688"/>
          </a:xfrm>
          <a:solidFill>
            <a:srgbClr val="E9EBF8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228E3FA7-FCDF-2CD8-AF7B-EF76F2E07613}"/>
                    </a:ext>
                  </a:extLst>
                </p:cNvPr>
                <p:cNvSpPr txBox="1"/>
                <p:nvPr/>
              </p:nvSpPr>
              <p:spPr>
                <a:xfrm>
                  <a:off x="5328980" y="1865256"/>
                  <a:ext cx="34342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2000" b="0" dirty="0"/>
                </a:p>
              </p:txBody>
            </p:sp>
          </mc:Choice>
          <mc:Fallback xmlns="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228E3FA7-FCDF-2CD8-AF7B-EF76F2E07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980" y="1865256"/>
                  <a:ext cx="34342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1429" r="-7143" b="-130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3AE54834-0DD6-EB7E-B58E-7D1748FA7B87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FCAD801B-B5F3-4EEC-5C86-D225AEF3FE46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 sz="2000"/>
              </a:p>
            </p:txBody>
          </p:sp>
          <p:cxnSp>
            <p:nvCxnSpPr>
              <p:cNvPr id="160" name="直線接點 159">
                <a:extLst>
                  <a:ext uri="{FF2B5EF4-FFF2-40B4-BE49-F238E27FC236}">
                    <a16:creationId xmlns:a16="http://schemas.microsoft.com/office/drawing/2014/main" id="{D7B4FD1F-D42F-6C26-A951-228CD4DA9D44}"/>
                  </a:ext>
                </a:extLst>
              </p:cNvPr>
              <p:cNvCxnSpPr>
                <a:cxnSpLocks/>
                <a:stCxn id="159" idx="0"/>
                <a:endCxn id="159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直線接點 160">
                <a:extLst>
                  <a:ext uri="{FF2B5EF4-FFF2-40B4-BE49-F238E27FC236}">
                    <a16:creationId xmlns:a16="http://schemas.microsoft.com/office/drawing/2014/main" id="{1BF151EC-075E-07ED-4FAF-00F44F0B5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AB97B7B0-3B70-8294-7A44-65EDFDA050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52D79AF6-817B-6ED3-50A7-E9C1E740B217}"/>
              </a:ext>
            </a:extLst>
          </p:cNvPr>
          <p:cNvGrpSpPr/>
          <p:nvPr/>
        </p:nvGrpSpPr>
        <p:grpSpPr>
          <a:xfrm>
            <a:off x="5071896" y="4091031"/>
            <a:ext cx="720000" cy="505992"/>
            <a:chOff x="5319042" y="1670567"/>
            <a:chExt cx="720000" cy="505992"/>
          </a:xfrm>
          <a:solidFill>
            <a:srgbClr val="D7F3EC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247C7BBE-E3ED-6C6D-E605-E885E280780C}"/>
                    </a:ext>
                  </a:extLst>
                </p:cNvPr>
                <p:cNvSpPr txBox="1"/>
                <p:nvPr/>
              </p:nvSpPr>
              <p:spPr>
                <a:xfrm>
                  <a:off x="5338920" y="1876990"/>
                  <a:ext cx="343427" cy="2995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𝑔𝑙𝑜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b="0" dirty="0"/>
                </a:p>
              </p:txBody>
            </p:sp>
          </mc:Choice>
          <mc:Fallback xmlns="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247C7BBE-E3ED-6C6D-E605-E885E2807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920" y="1876990"/>
                  <a:ext cx="343427" cy="299569"/>
                </a:xfrm>
                <a:prstGeom prst="rect">
                  <a:avLst/>
                </a:prstGeom>
                <a:blipFill>
                  <a:blip r:embed="rId5"/>
                  <a:stretch>
                    <a:fillRect l="-20690" r="-13793" b="-2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群組 172">
              <a:extLst>
                <a:ext uri="{FF2B5EF4-FFF2-40B4-BE49-F238E27FC236}">
                  <a16:creationId xmlns:a16="http://schemas.microsoft.com/office/drawing/2014/main" id="{ABAF5692-B2BF-1270-A1E6-F5832912A256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8BE1A0B3-81A6-2F64-EBAD-719A18B2F05F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0F3F1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75" name="直線接點 174">
                <a:extLst>
                  <a:ext uri="{FF2B5EF4-FFF2-40B4-BE49-F238E27FC236}">
                    <a16:creationId xmlns:a16="http://schemas.microsoft.com/office/drawing/2014/main" id="{A44ECB30-8B19-0A3B-A1FF-BCA0B58210FC}"/>
                  </a:ext>
                </a:extLst>
              </p:cNvPr>
              <p:cNvCxnSpPr>
                <a:cxnSpLocks/>
                <a:stCxn id="174" idx="0"/>
                <a:endCxn id="174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直線接點 175">
                <a:extLst>
                  <a:ext uri="{FF2B5EF4-FFF2-40B4-BE49-F238E27FC236}">
                    <a16:creationId xmlns:a16="http://schemas.microsoft.com/office/drawing/2014/main" id="{8C23BAD0-E785-924A-320A-0DBFFBAC9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直線接點 176">
                <a:extLst>
                  <a:ext uri="{FF2B5EF4-FFF2-40B4-BE49-F238E27FC236}">
                    <a16:creationId xmlns:a16="http://schemas.microsoft.com/office/drawing/2014/main" id="{FE7877CA-D2B7-1BF0-D579-90242EB00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8C764825-7EC9-079E-6E1E-7B527982E752}"/>
              </a:ext>
            </a:extLst>
          </p:cNvPr>
          <p:cNvGrpSpPr/>
          <p:nvPr/>
        </p:nvGrpSpPr>
        <p:grpSpPr>
          <a:xfrm>
            <a:off x="6467333" y="1937701"/>
            <a:ext cx="1395305" cy="840335"/>
            <a:chOff x="3738521" y="1624997"/>
            <a:chExt cx="1101533" cy="840335"/>
          </a:xfrm>
        </p:grpSpPr>
        <p:sp>
          <p:nvSpPr>
            <p:cNvPr id="180" name="圓角矩形 179">
              <a:extLst>
                <a:ext uri="{FF2B5EF4-FFF2-40B4-BE49-F238E27FC236}">
                  <a16:creationId xmlns:a16="http://schemas.microsoft.com/office/drawing/2014/main" id="{C446C4BB-071A-DDA5-004A-00286A777E0F}"/>
                </a:ext>
              </a:extLst>
            </p:cNvPr>
            <p:cNvSpPr/>
            <p:nvPr/>
          </p:nvSpPr>
          <p:spPr>
            <a:xfrm>
              <a:off x="3830552" y="1624997"/>
              <a:ext cx="917475" cy="576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181" name="文字方塊 180">
              <a:extLst>
                <a:ext uri="{FF2B5EF4-FFF2-40B4-BE49-F238E27FC236}">
                  <a16:creationId xmlns:a16="http://schemas.microsoft.com/office/drawing/2014/main" id="{07DE08E8-7792-4543-C41D-6859C13E38DB}"/>
                </a:ext>
              </a:extLst>
            </p:cNvPr>
            <p:cNvSpPr txBox="1"/>
            <p:nvPr/>
          </p:nvSpPr>
          <p:spPr>
            <a:xfrm>
              <a:off x="3738521" y="1633732"/>
              <a:ext cx="1101533" cy="8316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User </a:t>
              </a:r>
            </a:p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Fusion </a:t>
              </a:r>
              <a:r>
                <a:rPr lang="en" altLang="zh-TW" sz="1600" b="0" i="0" dirty="0">
                  <a:solidFill>
                    <a:srgbClr val="1F2328"/>
                  </a:solidFill>
                  <a:effectLst/>
                  <a:latin typeface="Mona Sans VF"/>
                </a:rPr>
                <a:t>Gate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BC84279C-3ECC-8A93-F2F3-291C7DF0CFE9}"/>
              </a:ext>
            </a:extLst>
          </p:cNvPr>
          <p:cNvCxnSpPr>
            <a:cxnSpLocks/>
          </p:cNvCxnSpPr>
          <p:nvPr/>
        </p:nvCxnSpPr>
        <p:spPr>
          <a:xfrm>
            <a:off x="262527" y="2769978"/>
            <a:ext cx="933840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肘形接點 190">
            <a:extLst>
              <a:ext uri="{FF2B5EF4-FFF2-40B4-BE49-F238E27FC236}">
                <a16:creationId xmlns:a16="http://schemas.microsoft.com/office/drawing/2014/main" id="{3D1A119E-FE0E-31F6-2C9F-45BA29D8EF11}"/>
              </a:ext>
            </a:extLst>
          </p:cNvPr>
          <p:cNvCxnSpPr>
            <a:cxnSpLocks/>
            <a:stCxn id="297" idx="3"/>
          </p:cNvCxnSpPr>
          <p:nvPr/>
        </p:nvCxnSpPr>
        <p:spPr>
          <a:xfrm flipV="1">
            <a:off x="4297480" y="2434891"/>
            <a:ext cx="2239200" cy="895032"/>
          </a:xfrm>
          <a:prstGeom prst="bentConnector3">
            <a:avLst>
              <a:gd name="adj1" fmla="val 83858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肘形接點 196">
            <a:extLst>
              <a:ext uri="{FF2B5EF4-FFF2-40B4-BE49-F238E27FC236}">
                <a16:creationId xmlns:a16="http://schemas.microsoft.com/office/drawing/2014/main" id="{093C8E86-84C8-D2E9-C8D5-5580E90E67B6}"/>
              </a:ext>
            </a:extLst>
          </p:cNvPr>
          <p:cNvCxnSpPr>
            <a:cxnSpLocks/>
          </p:cNvCxnSpPr>
          <p:nvPr/>
        </p:nvCxnSpPr>
        <p:spPr>
          <a:xfrm flipV="1">
            <a:off x="5791896" y="3564587"/>
            <a:ext cx="733334" cy="612000"/>
          </a:xfrm>
          <a:prstGeom prst="bentConnector3">
            <a:avLst>
              <a:gd name="adj1" fmla="val 53667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箭頭接點 249">
            <a:extLst>
              <a:ext uri="{FF2B5EF4-FFF2-40B4-BE49-F238E27FC236}">
                <a16:creationId xmlns:a16="http://schemas.microsoft.com/office/drawing/2014/main" id="{5D6E22D9-8225-D5A2-1F34-CF6DF11D2F8F}"/>
              </a:ext>
            </a:extLst>
          </p:cNvPr>
          <p:cNvCxnSpPr>
            <a:cxnSpLocks/>
            <a:stCxn id="365" idx="3"/>
          </p:cNvCxnSpPr>
          <p:nvPr/>
        </p:nvCxnSpPr>
        <p:spPr>
          <a:xfrm>
            <a:off x="8994070" y="2217328"/>
            <a:ext cx="657277" cy="282237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文字方塊 273">
                <a:extLst>
                  <a:ext uri="{FF2B5EF4-FFF2-40B4-BE49-F238E27FC236}">
                    <a16:creationId xmlns:a16="http://schemas.microsoft.com/office/drawing/2014/main" id="{A4AACED5-A829-7CFA-31CE-2B1206B3A169}"/>
                  </a:ext>
                </a:extLst>
              </p:cNvPr>
              <p:cNvSpPr txBox="1"/>
              <p:nvPr/>
            </p:nvSpPr>
            <p:spPr>
              <a:xfrm>
                <a:off x="3692317" y="2188670"/>
                <a:ext cx="577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1" lang="en-US" altLang="zh-TW" b="0" dirty="0"/>
              </a:p>
            </p:txBody>
          </p:sp>
        </mc:Choice>
        <mc:Fallback xmlns="">
          <p:sp>
            <p:nvSpPr>
              <p:cNvPr id="274" name="文字方塊 273">
                <a:extLst>
                  <a:ext uri="{FF2B5EF4-FFF2-40B4-BE49-F238E27FC236}">
                    <a16:creationId xmlns:a16="http://schemas.microsoft.com/office/drawing/2014/main" id="{A4AACED5-A829-7CFA-31CE-2B1206B3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317" y="2188670"/>
                <a:ext cx="577081" cy="246221"/>
              </a:xfrm>
              <a:prstGeom prst="rect">
                <a:avLst/>
              </a:prstGeom>
              <a:blipFill>
                <a:blip r:embed="rId6"/>
                <a:stretch>
                  <a:fillRect l="-6522" r="-8696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7" name="群組 286">
            <a:extLst>
              <a:ext uri="{FF2B5EF4-FFF2-40B4-BE49-F238E27FC236}">
                <a16:creationId xmlns:a16="http://schemas.microsoft.com/office/drawing/2014/main" id="{E9633484-3A0A-E41A-241E-B056F6924F9C}"/>
              </a:ext>
            </a:extLst>
          </p:cNvPr>
          <p:cNvGrpSpPr/>
          <p:nvPr/>
        </p:nvGrpSpPr>
        <p:grpSpPr>
          <a:xfrm>
            <a:off x="271082" y="981601"/>
            <a:ext cx="2589141" cy="1710000"/>
            <a:chOff x="271082" y="981602"/>
            <a:chExt cx="2589141" cy="1688821"/>
          </a:xfrm>
        </p:grpSpPr>
        <p:sp>
          <p:nvSpPr>
            <p:cNvPr id="283" name="圓角矩形 282">
              <a:extLst>
                <a:ext uri="{FF2B5EF4-FFF2-40B4-BE49-F238E27FC236}">
                  <a16:creationId xmlns:a16="http://schemas.microsoft.com/office/drawing/2014/main" id="{CC6E8CAA-22BD-51CB-E9B1-94C1DE2B3B96}"/>
                </a:ext>
              </a:extLst>
            </p:cNvPr>
            <p:cNvSpPr/>
            <p:nvPr/>
          </p:nvSpPr>
          <p:spPr>
            <a:xfrm>
              <a:off x="271082" y="981602"/>
              <a:ext cx="2589141" cy="1688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/>
            </a:p>
          </p:txBody>
        </p:sp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B66B4C5D-414C-9C96-B7C7-10F259E10F51}"/>
                </a:ext>
              </a:extLst>
            </p:cNvPr>
            <p:cNvGrpSpPr/>
            <p:nvPr/>
          </p:nvGrpSpPr>
          <p:grpSpPr>
            <a:xfrm>
              <a:off x="383529" y="1356916"/>
              <a:ext cx="2376787" cy="1146916"/>
              <a:chOff x="383529" y="1336596"/>
              <a:chExt cx="2376787" cy="1146916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5C66B213-19CB-6823-FA1D-6069B3221D4D}"/>
                  </a:ext>
                </a:extLst>
              </p:cNvPr>
              <p:cNvGrpSpPr/>
              <p:nvPr/>
            </p:nvGrpSpPr>
            <p:grpSpPr>
              <a:xfrm>
                <a:off x="714054" y="1356189"/>
                <a:ext cx="359596" cy="359596"/>
                <a:chOff x="714054" y="1356189"/>
                <a:chExt cx="359596" cy="359596"/>
              </a:xfrm>
            </p:grpSpPr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E03888D4-DF9C-9DCB-8456-6E0C491A8760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文字方塊 7">
                      <a:extLst>
                        <a:ext uri="{FF2B5EF4-FFF2-40B4-BE49-F238E27FC236}">
                          <a16:creationId xmlns:a16="http://schemas.microsoft.com/office/drawing/2014/main" id="{F4CBBD78-2EA9-9A12-08A3-CCF127C86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685" y="1370876"/>
                      <a:ext cx="28796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8" name="文字方塊 7">
                      <a:extLst>
                        <a:ext uri="{FF2B5EF4-FFF2-40B4-BE49-F238E27FC236}">
                          <a16:creationId xmlns:a16="http://schemas.microsoft.com/office/drawing/2014/main" id="{F4CBBD78-2EA9-9A12-08A3-CCF127C86D1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3685" y="1370876"/>
                      <a:ext cx="28796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8333" r="-4167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8EAB3110-B5F1-08EC-3939-1810DE707B65}"/>
                  </a:ext>
                </a:extLst>
              </p:cNvPr>
              <p:cNvGrpSpPr/>
              <p:nvPr/>
            </p:nvGrpSpPr>
            <p:grpSpPr>
              <a:xfrm>
                <a:off x="1369374" y="1356189"/>
                <a:ext cx="359596" cy="359596"/>
                <a:chOff x="714054" y="1356189"/>
                <a:chExt cx="359596" cy="359596"/>
              </a:xfrm>
            </p:grpSpPr>
            <p:sp>
              <p:nvSpPr>
                <p:cNvPr id="11" name="橢圓 10">
                  <a:extLst>
                    <a:ext uri="{FF2B5EF4-FFF2-40B4-BE49-F238E27FC236}">
                      <a16:creationId xmlns:a16="http://schemas.microsoft.com/office/drawing/2014/main" id="{2E6E29A2-495D-443E-F039-C61492517B3E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文字方塊 11">
                      <a:extLst>
                        <a:ext uri="{FF2B5EF4-FFF2-40B4-BE49-F238E27FC236}">
                          <a16:creationId xmlns:a16="http://schemas.microsoft.com/office/drawing/2014/main" id="{0A0B3E15-5DB5-D333-12F4-44DB68C386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7786" y="1370876"/>
                      <a:ext cx="29328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12" name="文字方塊 11">
                      <a:extLst>
                        <a:ext uri="{FF2B5EF4-FFF2-40B4-BE49-F238E27FC236}">
                          <a16:creationId xmlns:a16="http://schemas.microsoft.com/office/drawing/2014/main" id="{0A0B3E15-5DB5-D333-12F4-44DB68C386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786" y="1370876"/>
                      <a:ext cx="293285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8000" r="-4000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32C516D6-8685-E5D0-1FB2-EEB5193FF0EF}"/>
                  </a:ext>
                </a:extLst>
              </p:cNvPr>
              <p:cNvGrpSpPr/>
              <p:nvPr/>
            </p:nvGrpSpPr>
            <p:grpSpPr>
              <a:xfrm>
                <a:off x="2024694" y="1336596"/>
                <a:ext cx="359596" cy="359596"/>
                <a:chOff x="714054" y="1356189"/>
                <a:chExt cx="359596" cy="359596"/>
              </a:xfrm>
            </p:grpSpPr>
            <p:sp>
              <p:nvSpPr>
                <p:cNvPr id="14" name="橢圓 13">
                  <a:extLst>
                    <a:ext uri="{FF2B5EF4-FFF2-40B4-BE49-F238E27FC236}">
                      <a16:creationId xmlns:a16="http://schemas.microsoft.com/office/drawing/2014/main" id="{E47962E4-2D5A-2594-1DC3-EE9C75D5335A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文字方塊 14">
                      <a:extLst>
                        <a:ext uri="{FF2B5EF4-FFF2-40B4-BE49-F238E27FC236}">
                          <a16:creationId xmlns:a16="http://schemas.microsoft.com/office/drawing/2014/main" id="{544C05B8-21A3-395B-0634-229EEDF128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7786" y="1376775"/>
                      <a:ext cx="29328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15" name="文字方塊 14">
                      <a:extLst>
                        <a:ext uri="{FF2B5EF4-FFF2-40B4-BE49-F238E27FC236}">
                          <a16:creationId xmlns:a16="http://schemas.microsoft.com/office/drawing/2014/main" id="{544C05B8-21A3-395B-0634-229EEDF128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786" y="1376775"/>
                      <a:ext cx="293285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8333" r="-8333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6F28C9CF-0AEE-EC89-0F5A-DB8560D4FE85}"/>
                  </a:ext>
                </a:extLst>
              </p:cNvPr>
              <p:cNvGrpSpPr/>
              <p:nvPr/>
            </p:nvGrpSpPr>
            <p:grpSpPr>
              <a:xfrm>
                <a:off x="383529" y="2123916"/>
                <a:ext cx="359596" cy="359596"/>
                <a:chOff x="714054" y="1356189"/>
                <a:chExt cx="359596" cy="359596"/>
              </a:xfrm>
            </p:grpSpPr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B8F5E04-74F6-B54F-F598-290C5B10E6AB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字方塊 17">
                      <a:extLst>
                        <a:ext uri="{FF2B5EF4-FFF2-40B4-BE49-F238E27FC236}">
                          <a16:creationId xmlns:a16="http://schemas.microsoft.com/office/drawing/2014/main" id="{64E1C107-74B9-14BC-8924-ED3A16F814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0399" y="1398512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18" name="文字方塊 17">
                      <a:extLst>
                        <a:ext uri="{FF2B5EF4-FFF2-40B4-BE49-F238E27FC236}">
                          <a16:creationId xmlns:a16="http://schemas.microsoft.com/office/drawing/2014/main" id="{64E1C107-74B9-14BC-8924-ED3A16F814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99" y="1398512"/>
                      <a:ext cx="228652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5000" r="-5000" b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09A95615-1857-F8AE-923C-0DD6BFBC0F98}"/>
                  </a:ext>
                </a:extLst>
              </p:cNvPr>
              <p:cNvGrpSpPr/>
              <p:nvPr/>
            </p:nvGrpSpPr>
            <p:grpSpPr>
              <a:xfrm>
                <a:off x="2400720" y="2123916"/>
                <a:ext cx="359596" cy="359596"/>
                <a:chOff x="714054" y="1356189"/>
                <a:chExt cx="359596" cy="359596"/>
              </a:xfrm>
            </p:grpSpPr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7CB3C541-F717-2845-5A65-6ED3F4931E81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文字方塊 20">
                      <a:extLst>
                        <a:ext uri="{FF2B5EF4-FFF2-40B4-BE49-F238E27FC236}">
                          <a16:creationId xmlns:a16="http://schemas.microsoft.com/office/drawing/2014/main" id="{67C9D809-40DA-A541-5E3E-E085761BE9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21" name="文字方塊 20">
                      <a:extLst>
                        <a:ext uri="{FF2B5EF4-FFF2-40B4-BE49-F238E27FC236}">
                          <a16:creationId xmlns:a16="http://schemas.microsoft.com/office/drawing/2014/main" id="{67C9D809-40DA-A541-5E3E-E085761BE9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5000" b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8A33C36E-2C7F-7206-D3CC-E8EBB032924E}"/>
                  </a:ext>
                </a:extLst>
              </p:cNvPr>
              <p:cNvGrpSpPr/>
              <p:nvPr/>
            </p:nvGrpSpPr>
            <p:grpSpPr>
              <a:xfrm>
                <a:off x="1057220" y="2123916"/>
                <a:ext cx="359596" cy="359596"/>
                <a:chOff x="714054" y="1356189"/>
                <a:chExt cx="359596" cy="359596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6092EABF-9B6A-5A6D-6E76-8EB3839A7C96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文字方塊 23">
                      <a:extLst>
                        <a:ext uri="{FF2B5EF4-FFF2-40B4-BE49-F238E27FC236}">
                          <a16:creationId xmlns:a16="http://schemas.microsoft.com/office/drawing/2014/main" id="{3BB0EF53-FB59-76D3-09D5-DEC9DCA929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24" name="文字方塊 23">
                      <a:extLst>
                        <a:ext uri="{FF2B5EF4-FFF2-40B4-BE49-F238E27FC236}">
                          <a16:creationId xmlns:a16="http://schemas.microsoft.com/office/drawing/2014/main" id="{3BB0EF53-FB59-76D3-09D5-DEC9DCA9291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6316" r="-5263" b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8046CED5-A141-DCA0-06DC-04636979D5B9}"/>
                  </a:ext>
                </a:extLst>
              </p:cNvPr>
              <p:cNvGrpSpPr/>
              <p:nvPr/>
            </p:nvGrpSpPr>
            <p:grpSpPr>
              <a:xfrm>
                <a:off x="1728970" y="2123916"/>
                <a:ext cx="359596" cy="359596"/>
                <a:chOff x="714054" y="1356189"/>
                <a:chExt cx="359596" cy="359596"/>
              </a:xfrm>
            </p:grpSpPr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A413BED-1230-6539-8774-DF0A4E33F454}"/>
                    </a:ext>
                  </a:extLst>
                </p:cNvPr>
                <p:cNvSpPr/>
                <p:nvPr/>
              </p:nvSpPr>
              <p:spPr>
                <a:xfrm>
                  <a:off x="714054" y="1356189"/>
                  <a:ext cx="359596" cy="35959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endParaRPr kumimoji="1"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文字方塊 26">
                      <a:extLst>
                        <a:ext uri="{FF2B5EF4-FFF2-40B4-BE49-F238E27FC236}">
                          <a16:creationId xmlns:a16="http://schemas.microsoft.com/office/drawing/2014/main" id="{3C97232F-E1F5-A9D8-63CA-0F315257DF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1"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TW" sz="2000" b="0" dirty="0"/>
                    </a:p>
                  </p:txBody>
                </p:sp>
              </mc:Choice>
              <mc:Fallback xmlns="">
                <p:sp>
                  <p:nvSpPr>
                    <p:cNvPr id="27" name="文字方塊 26">
                      <a:extLst>
                        <a:ext uri="{FF2B5EF4-FFF2-40B4-BE49-F238E27FC236}">
                          <a16:creationId xmlns:a16="http://schemas.microsoft.com/office/drawing/2014/main" id="{3C97232F-E1F5-A9D8-63CA-0F315257DF8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99" y="1398512"/>
                      <a:ext cx="233974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26316" r="-5263" b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6DA2D1F0-0549-85B2-3975-D91166D6CBC9}"/>
                  </a:ext>
                </a:extLst>
              </p:cNvPr>
              <p:cNvCxnSpPr>
                <a:stCxn id="6" idx="4"/>
                <a:endCxn id="17" idx="0"/>
              </p:cNvCxnSpPr>
              <p:nvPr/>
            </p:nvCxnSpPr>
            <p:spPr>
              <a:xfrm flipH="1">
                <a:off x="563327" y="1715785"/>
                <a:ext cx="330525" cy="408131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9F31D236-A671-9E55-DF51-456A207BE4AA}"/>
                  </a:ext>
                </a:extLst>
              </p:cNvPr>
              <p:cNvCxnSpPr>
                <a:cxnSpLocks/>
                <a:stCxn id="6" idx="4"/>
                <a:endCxn id="26" idx="0"/>
              </p:cNvCxnSpPr>
              <p:nvPr/>
            </p:nvCxnSpPr>
            <p:spPr>
              <a:xfrm>
                <a:off x="893852" y="1715785"/>
                <a:ext cx="1014916" cy="408131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BEDD1413-EFDF-D4C6-845E-A6B37FA4D2AC}"/>
                  </a:ext>
                </a:extLst>
              </p:cNvPr>
              <p:cNvCxnSpPr>
                <a:cxnSpLocks/>
                <a:stCxn id="6" idx="4"/>
                <a:endCxn id="23" idx="0"/>
              </p:cNvCxnSpPr>
              <p:nvPr/>
            </p:nvCxnSpPr>
            <p:spPr>
              <a:xfrm>
                <a:off x="893852" y="1715785"/>
                <a:ext cx="343166" cy="408131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B2760A52-49A8-DF78-673C-8580D7B3CF80}"/>
                  </a:ext>
                </a:extLst>
              </p:cNvPr>
              <p:cNvCxnSpPr>
                <a:cxnSpLocks/>
                <a:stCxn id="11" idx="4"/>
                <a:endCxn id="23" idx="0"/>
              </p:cNvCxnSpPr>
              <p:nvPr/>
            </p:nvCxnSpPr>
            <p:spPr>
              <a:xfrm flipH="1">
                <a:off x="1237018" y="1715785"/>
                <a:ext cx="312154" cy="408131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1945B488-A3BC-4D1C-74CC-5C4FFE41A4DE}"/>
                  </a:ext>
                </a:extLst>
              </p:cNvPr>
              <p:cNvCxnSpPr>
                <a:cxnSpLocks/>
                <a:stCxn id="11" idx="4"/>
                <a:endCxn id="20" idx="0"/>
              </p:cNvCxnSpPr>
              <p:nvPr/>
            </p:nvCxnSpPr>
            <p:spPr>
              <a:xfrm>
                <a:off x="1549172" y="1715785"/>
                <a:ext cx="1031346" cy="408131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621C5B45-FECB-F728-537C-0AEF51CE37E6}"/>
                  </a:ext>
                </a:extLst>
              </p:cNvPr>
              <p:cNvCxnSpPr>
                <a:cxnSpLocks/>
                <a:stCxn id="14" idx="4"/>
                <a:endCxn id="23" idx="0"/>
              </p:cNvCxnSpPr>
              <p:nvPr/>
            </p:nvCxnSpPr>
            <p:spPr>
              <a:xfrm flipH="1">
                <a:off x="1237018" y="1696192"/>
                <a:ext cx="967474" cy="427724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9C49ADC2-4816-D960-FEAF-59A478597BCF}"/>
                  </a:ext>
                </a:extLst>
              </p:cNvPr>
              <p:cNvCxnSpPr>
                <a:cxnSpLocks/>
                <a:stCxn id="14" idx="4"/>
                <a:endCxn id="20" idx="0"/>
              </p:cNvCxnSpPr>
              <p:nvPr/>
            </p:nvCxnSpPr>
            <p:spPr>
              <a:xfrm>
                <a:off x="2204492" y="1696192"/>
                <a:ext cx="376026" cy="427724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8" name="文字方塊 277">
              <a:extLst>
                <a:ext uri="{FF2B5EF4-FFF2-40B4-BE49-F238E27FC236}">
                  <a16:creationId xmlns:a16="http://schemas.microsoft.com/office/drawing/2014/main" id="{A8FF268D-D65B-3C2C-ACFE-342645538F5A}"/>
                </a:ext>
              </a:extLst>
            </p:cNvPr>
            <p:cNvSpPr txBox="1"/>
            <p:nvPr/>
          </p:nvSpPr>
          <p:spPr>
            <a:xfrm>
              <a:off x="271083" y="1005118"/>
              <a:ext cx="2589140" cy="338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User-item Graph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288" name="群組 287">
            <a:extLst>
              <a:ext uri="{FF2B5EF4-FFF2-40B4-BE49-F238E27FC236}">
                <a16:creationId xmlns:a16="http://schemas.microsoft.com/office/drawing/2014/main" id="{AC243A24-9858-789D-693C-A6BB3C6D112D}"/>
              </a:ext>
            </a:extLst>
          </p:cNvPr>
          <p:cNvGrpSpPr/>
          <p:nvPr/>
        </p:nvGrpSpPr>
        <p:grpSpPr>
          <a:xfrm>
            <a:off x="391814" y="3225300"/>
            <a:ext cx="1800597" cy="1946475"/>
            <a:chOff x="688747" y="3242486"/>
            <a:chExt cx="1800597" cy="1946475"/>
          </a:xfrm>
        </p:grpSpPr>
        <p:sp>
          <p:nvSpPr>
            <p:cNvPr id="285" name="圓角矩形 284">
              <a:extLst>
                <a:ext uri="{FF2B5EF4-FFF2-40B4-BE49-F238E27FC236}">
                  <a16:creationId xmlns:a16="http://schemas.microsoft.com/office/drawing/2014/main" id="{2132E904-D2FB-166C-1BF8-0DECD502935B}"/>
                </a:ext>
              </a:extLst>
            </p:cNvPr>
            <p:cNvSpPr/>
            <p:nvPr/>
          </p:nvSpPr>
          <p:spPr>
            <a:xfrm>
              <a:off x="703465" y="3242486"/>
              <a:ext cx="1785879" cy="19464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/>
            </a:p>
          </p:txBody>
        </p:sp>
        <p:grpSp>
          <p:nvGrpSpPr>
            <p:cNvPr id="286" name="群組 285">
              <a:extLst>
                <a:ext uri="{FF2B5EF4-FFF2-40B4-BE49-F238E27FC236}">
                  <a16:creationId xmlns:a16="http://schemas.microsoft.com/office/drawing/2014/main" id="{F2BA3A5B-9A7E-0D11-A998-BC41FCF667A6}"/>
                </a:ext>
              </a:extLst>
            </p:cNvPr>
            <p:cNvGrpSpPr/>
            <p:nvPr/>
          </p:nvGrpSpPr>
          <p:grpSpPr>
            <a:xfrm>
              <a:off x="688747" y="3273580"/>
              <a:ext cx="1791882" cy="1763538"/>
              <a:chOff x="688747" y="3273580"/>
              <a:chExt cx="1791882" cy="1763538"/>
            </a:xfrm>
          </p:grpSpPr>
          <p:grpSp>
            <p:nvGrpSpPr>
              <p:cNvPr id="263" name="群組 262">
                <a:extLst>
                  <a:ext uri="{FF2B5EF4-FFF2-40B4-BE49-F238E27FC236}">
                    <a16:creationId xmlns:a16="http://schemas.microsoft.com/office/drawing/2014/main" id="{6768FCAD-948E-D721-FCB4-6472C7B3AA55}"/>
                  </a:ext>
                </a:extLst>
              </p:cNvPr>
              <p:cNvGrpSpPr/>
              <p:nvPr/>
            </p:nvGrpSpPr>
            <p:grpSpPr>
              <a:xfrm>
                <a:off x="968055" y="3622655"/>
                <a:ext cx="1282046" cy="1414463"/>
                <a:chOff x="521639" y="3147825"/>
                <a:chExt cx="1282046" cy="1414463"/>
              </a:xfrm>
            </p:grpSpPr>
            <p:grpSp>
              <p:nvGrpSpPr>
                <p:cNvPr id="52" name="群組 51">
                  <a:extLst>
                    <a:ext uri="{FF2B5EF4-FFF2-40B4-BE49-F238E27FC236}">
                      <a16:creationId xmlns:a16="http://schemas.microsoft.com/office/drawing/2014/main" id="{74E2541B-2A16-135F-E03E-EA4A25BFCFC5}"/>
                    </a:ext>
                  </a:extLst>
                </p:cNvPr>
                <p:cNvGrpSpPr/>
                <p:nvPr/>
              </p:nvGrpSpPr>
              <p:grpSpPr>
                <a:xfrm>
                  <a:off x="989212" y="3688045"/>
                  <a:ext cx="359596" cy="359596"/>
                  <a:chOff x="714054" y="1356189"/>
                  <a:chExt cx="359596" cy="359596"/>
                </a:xfrm>
              </p:grpSpPr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DFA8966C-6C77-C203-3A9F-8B9F50B9C2F0}"/>
                      </a:ext>
                    </a:extLst>
                  </p:cNvPr>
                  <p:cNvSpPr/>
                  <p:nvPr/>
                </p:nvSpPr>
                <p:spPr>
                  <a:xfrm>
                    <a:off x="714054" y="1356189"/>
                    <a:ext cx="359596" cy="35959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27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kumimoji="1" lang="zh-TW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4" name="文字方塊 53">
                        <a:extLst>
                          <a:ext uri="{FF2B5EF4-FFF2-40B4-BE49-F238E27FC236}">
                            <a16:creationId xmlns:a16="http://schemas.microsoft.com/office/drawing/2014/main" id="{9A69BA8C-57AD-28CD-3065-1AD62C9295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37467" y="1396871"/>
                        <a:ext cx="13394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m:oMathPara>
                        </a14:m>
                        <a:endParaRPr kumimoji="1" lang="en-US" altLang="zh-TW" sz="1400" b="0" dirty="0"/>
                      </a:p>
                    </p:txBody>
                  </p:sp>
                </mc:Choice>
                <mc:Fallback xmlns="">
                  <p:sp>
                    <p:nvSpPr>
                      <p:cNvPr id="54" name="文字方塊 53">
                        <a:extLst>
                          <a:ext uri="{FF2B5EF4-FFF2-40B4-BE49-F238E27FC236}">
                            <a16:creationId xmlns:a16="http://schemas.microsoft.com/office/drawing/2014/main" id="{9A69BA8C-57AD-28CD-3065-1AD62C92954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7467" y="1396871"/>
                        <a:ext cx="133946" cy="276999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36364" r="-36364" b="-869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63" name="群組 62">
                  <a:extLst>
                    <a:ext uri="{FF2B5EF4-FFF2-40B4-BE49-F238E27FC236}">
                      <a16:creationId xmlns:a16="http://schemas.microsoft.com/office/drawing/2014/main" id="{FC68AE9B-E546-DAFA-684C-117676D74A34}"/>
                    </a:ext>
                  </a:extLst>
                </p:cNvPr>
                <p:cNvGrpSpPr/>
                <p:nvPr/>
              </p:nvGrpSpPr>
              <p:grpSpPr>
                <a:xfrm>
                  <a:off x="521639" y="3147825"/>
                  <a:ext cx="408114" cy="359596"/>
                  <a:chOff x="714054" y="1356189"/>
                  <a:chExt cx="408114" cy="359596"/>
                </a:xfrm>
              </p:grpSpPr>
              <p:sp>
                <p:nvSpPr>
                  <p:cNvPr id="64" name="六邊形 63">
                    <a:extLst>
                      <a:ext uri="{FF2B5EF4-FFF2-40B4-BE49-F238E27FC236}">
                        <a16:creationId xmlns:a16="http://schemas.microsoft.com/office/drawing/2014/main" id="{3A7A1F51-8BF9-D328-076E-CB9D78F2EE74}"/>
                      </a:ext>
                    </a:extLst>
                  </p:cNvPr>
                  <p:cNvSpPr/>
                  <p:nvPr/>
                </p:nvSpPr>
                <p:spPr>
                  <a:xfrm>
                    <a:off x="714054" y="1356189"/>
                    <a:ext cx="408114" cy="359596"/>
                  </a:xfrm>
                  <a:prstGeom prst="hexagon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127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kumimoji="1" lang="zh-TW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文字方塊 64">
                        <a:extLst>
                          <a:ext uri="{FF2B5EF4-FFF2-40B4-BE49-F238E27FC236}">
                            <a16:creationId xmlns:a16="http://schemas.microsoft.com/office/drawing/2014/main" id="{506EBF54-0480-9258-6B0B-7D975717DE5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4346" y="1375044"/>
                        <a:ext cx="28315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en-US" altLang="zh-TW" sz="2400" b="0" dirty="0"/>
                      </a:p>
                    </p:txBody>
                  </p:sp>
                </mc:Choice>
                <mc:Fallback xmlns="">
                  <p:sp>
                    <p:nvSpPr>
                      <p:cNvPr id="65" name="文字方塊 64">
                        <a:extLst>
                          <a:ext uri="{FF2B5EF4-FFF2-40B4-BE49-F238E27FC236}">
                            <a16:creationId xmlns:a16="http://schemas.microsoft.com/office/drawing/2014/main" id="{506EBF54-0480-9258-6B0B-7D975717DE5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4346" y="1375044"/>
                        <a:ext cx="283154" cy="276999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13043" r="-4348" b="-130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66" name="群組 65">
                  <a:extLst>
                    <a:ext uri="{FF2B5EF4-FFF2-40B4-BE49-F238E27FC236}">
                      <a16:creationId xmlns:a16="http://schemas.microsoft.com/office/drawing/2014/main" id="{F0F804B9-DBBE-A58D-CED2-F4F02A1D1469}"/>
                    </a:ext>
                  </a:extLst>
                </p:cNvPr>
                <p:cNvGrpSpPr/>
                <p:nvPr/>
              </p:nvGrpSpPr>
              <p:grpSpPr>
                <a:xfrm>
                  <a:off x="1393095" y="3151021"/>
                  <a:ext cx="408114" cy="359596"/>
                  <a:chOff x="714054" y="1356189"/>
                  <a:chExt cx="408114" cy="359596"/>
                </a:xfrm>
              </p:grpSpPr>
              <p:sp>
                <p:nvSpPr>
                  <p:cNvPr id="67" name="六邊形 66">
                    <a:extLst>
                      <a:ext uri="{FF2B5EF4-FFF2-40B4-BE49-F238E27FC236}">
                        <a16:creationId xmlns:a16="http://schemas.microsoft.com/office/drawing/2014/main" id="{EC792957-1C36-F6E6-2AB4-AFC8400E7FB6}"/>
                      </a:ext>
                    </a:extLst>
                  </p:cNvPr>
                  <p:cNvSpPr/>
                  <p:nvPr/>
                </p:nvSpPr>
                <p:spPr>
                  <a:xfrm>
                    <a:off x="714054" y="1356189"/>
                    <a:ext cx="408114" cy="359596"/>
                  </a:xfrm>
                  <a:prstGeom prst="hexagon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127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kumimoji="1" lang="zh-TW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8" name="文字方塊 67">
                        <a:extLst>
                          <a:ext uri="{FF2B5EF4-FFF2-40B4-BE49-F238E27FC236}">
                            <a16:creationId xmlns:a16="http://schemas.microsoft.com/office/drawing/2014/main" id="{AF84DDB8-8902-0536-A305-6E954CE2C9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en-US" altLang="zh-TW" sz="2400" b="0" dirty="0"/>
                      </a:p>
                    </p:txBody>
                  </p:sp>
                </mc:Choice>
                <mc:Fallback xmlns="">
                  <p:sp>
                    <p:nvSpPr>
                      <p:cNvPr id="68" name="文字方塊 67">
                        <a:extLst>
                          <a:ext uri="{FF2B5EF4-FFF2-40B4-BE49-F238E27FC236}">
                            <a16:creationId xmlns:a16="http://schemas.microsoft.com/office/drawing/2014/main" id="{AF84DDB8-8902-0536-A305-6E954CE2C92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8333" r="-4167" b="-869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69" name="群組 68">
                  <a:extLst>
                    <a:ext uri="{FF2B5EF4-FFF2-40B4-BE49-F238E27FC236}">
                      <a16:creationId xmlns:a16="http://schemas.microsoft.com/office/drawing/2014/main" id="{D37AB8D2-CDCD-6B91-8BB3-5B04B883B794}"/>
                    </a:ext>
                  </a:extLst>
                </p:cNvPr>
                <p:cNvGrpSpPr/>
                <p:nvPr/>
              </p:nvGrpSpPr>
              <p:grpSpPr>
                <a:xfrm>
                  <a:off x="521639" y="4202692"/>
                  <a:ext cx="408114" cy="359596"/>
                  <a:chOff x="714054" y="1356189"/>
                  <a:chExt cx="408114" cy="359596"/>
                </a:xfrm>
              </p:grpSpPr>
              <p:sp>
                <p:nvSpPr>
                  <p:cNvPr id="70" name="六邊形 69">
                    <a:extLst>
                      <a:ext uri="{FF2B5EF4-FFF2-40B4-BE49-F238E27FC236}">
                        <a16:creationId xmlns:a16="http://schemas.microsoft.com/office/drawing/2014/main" id="{E02BE829-8C93-1E90-47C5-BACF7B9506AD}"/>
                      </a:ext>
                    </a:extLst>
                  </p:cNvPr>
                  <p:cNvSpPr/>
                  <p:nvPr/>
                </p:nvSpPr>
                <p:spPr>
                  <a:xfrm>
                    <a:off x="714054" y="1356189"/>
                    <a:ext cx="408114" cy="359596"/>
                  </a:xfrm>
                  <a:prstGeom prst="hexagon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127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kumimoji="1" lang="zh-TW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1" name="文字方塊 70">
                        <a:extLst>
                          <a:ext uri="{FF2B5EF4-FFF2-40B4-BE49-F238E27FC236}">
                            <a16:creationId xmlns:a16="http://schemas.microsoft.com/office/drawing/2014/main" id="{4BC2FEA2-2757-96B9-EBFE-7B2BD23473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en-US" altLang="zh-TW" sz="2400" b="0" dirty="0"/>
                      </a:p>
                    </p:txBody>
                  </p:sp>
                </mc:Choice>
                <mc:Fallback xmlns="">
                  <p:sp>
                    <p:nvSpPr>
                      <p:cNvPr id="71" name="文字方塊 70">
                        <a:extLst>
                          <a:ext uri="{FF2B5EF4-FFF2-40B4-BE49-F238E27FC236}">
                            <a16:creationId xmlns:a16="http://schemas.microsoft.com/office/drawing/2014/main" id="{4BC2FEA2-2757-96B9-EBFE-7B2BD23473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12500" r="-4167" b="-1363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72" name="群組 71">
                  <a:extLst>
                    <a:ext uri="{FF2B5EF4-FFF2-40B4-BE49-F238E27FC236}">
                      <a16:creationId xmlns:a16="http://schemas.microsoft.com/office/drawing/2014/main" id="{DA96DE94-7FE7-D45D-F4BA-8B45C3AAC9AD}"/>
                    </a:ext>
                  </a:extLst>
                </p:cNvPr>
                <p:cNvGrpSpPr/>
                <p:nvPr/>
              </p:nvGrpSpPr>
              <p:grpSpPr>
                <a:xfrm>
                  <a:off x="1395571" y="4202692"/>
                  <a:ext cx="408114" cy="359596"/>
                  <a:chOff x="714054" y="1356189"/>
                  <a:chExt cx="408114" cy="359596"/>
                </a:xfrm>
              </p:grpSpPr>
              <p:sp>
                <p:nvSpPr>
                  <p:cNvPr id="73" name="六邊形 72">
                    <a:extLst>
                      <a:ext uri="{FF2B5EF4-FFF2-40B4-BE49-F238E27FC236}">
                        <a16:creationId xmlns:a16="http://schemas.microsoft.com/office/drawing/2014/main" id="{A387B4BA-A03A-9E79-6601-DA479DEA0079}"/>
                      </a:ext>
                    </a:extLst>
                  </p:cNvPr>
                  <p:cNvSpPr/>
                  <p:nvPr/>
                </p:nvSpPr>
                <p:spPr>
                  <a:xfrm>
                    <a:off x="714054" y="1356189"/>
                    <a:ext cx="408114" cy="359596"/>
                  </a:xfrm>
                  <a:prstGeom prst="hexagon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127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kumimoji="1" lang="zh-TW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4" name="文字方塊 73">
                        <a:extLst>
                          <a:ext uri="{FF2B5EF4-FFF2-40B4-BE49-F238E27FC236}">
                            <a16:creationId xmlns:a16="http://schemas.microsoft.com/office/drawing/2014/main" id="{B6986ADE-DB32-22C2-E59C-F1A4301EDE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en-US" altLang="zh-TW" sz="2400" b="0" dirty="0"/>
                      </a:p>
                    </p:txBody>
                  </p:sp>
                </mc:Choice>
                <mc:Fallback xmlns="">
                  <p:sp>
                    <p:nvSpPr>
                      <p:cNvPr id="74" name="文字方塊 73">
                        <a:extLst>
                          <a:ext uri="{FF2B5EF4-FFF2-40B4-BE49-F238E27FC236}">
                            <a16:creationId xmlns:a16="http://schemas.microsoft.com/office/drawing/2014/main" id="{B6986ADE-DB32-22C2-E59C-F1A4301EDE1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4407" y="1378108"/>
                        <a:ext cx="288476" cy="276999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13043" r="-8696" b="-1363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5" name="直線接點 74">
                  <a:extLst>
                    <a:ext uri="{FF2B5EF4-FFF2-40B4-BE49-F238E27FC236}">
                      <a16:creationId xmlns:a16="http://schemas.microsoft.com/office/drawing/2014/main" id="{0DBFD31F-49D0-6186-8B8C-49ACDC6ED4C0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 flipH="1" flipV="1">
                  <a:off x="839854" y="3507421"/>
                  <a:ext cx="149358" cy="177428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線接點 78">
                  <a:extLst>
                    <a:ext uri="{FF2B5EF4-FFF2-40B4-BE49-F238E27FC236}">
                      <a16:creationId xmlns:a16="http://schemas.microsoft.com/office/drawing/2014/main" id="{ECA8DD47-8890-D0CB-4E4A-845B81A518C6}"/>
                    </a:ext>
                  </a:extLst>
                </p:cNvPr>
                <p:cNvCxnSpPr>
                  <a:cxnSpLocks/>
                  <a:endCxn id="67" idx="2"/>
                </p:cNvCxnSpPr>
                <p:nvPr/>
              </p:nvCxnSpPr>
              <p:spPr>
                <a:xfrm flipV="1">
                  <a:off x="1332461" y="3510617"/>
                  <a:ext cx="150533" cy="177428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接點 83">
                  <a:extLst>
                    <a:ext uri="{FF2B5EF4-FFF2-40B4-BE49-F238E27FC236}">
                      <a16:creationId xmlns:a16="http://schemas.microsoft.com/office/drawing/2014/main" id="{55F4A9E5-46E5-8C42-C197-5FF5E516F228}"/>
                    </a:ext>
                  </a:extLst>
                </p:cNvPr>
                <p:cNvCxnSpPr>
                  <a:cxnSpLocks/>
                  <a:endCxn id="70" idx="5"/>
                </p:cNvCxnSpPr>
                <p:nvPr/>
              </p:nvCxnSpPr>
              <p:spPr>
                <a:xfrm flipH="1">
                  <a:off x="839854" y="4050837"/>
                  <a:ext cx="155830" cy="15185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接點 86">
                  <a:extLst>
                    <a:ext uri="{FF2B5EF4-FFF2-40B4-BE49-F238E27FC236}">
                      <a16:creationId xmlns:a16="http://schemas.microsoft.com/office/drawing/2014/main" id="{FA984244-512E-DB05-6477-B98918CC0415}"/>
                    </a:ext>
                  </a:extLst>
                </p:cNvPr>
                <p:cNvCxnSpPr>
                  <a:cxnSpLocks/>
                  <a:endCxn id="73" idx="4"/>
                </p:cNvCxnSpPr>
                <p:nvPr/>
              </p:nvCxnSpPr>
              <p:spPr>
                <a:xfrm>
                  <a:off x="1340221" y="4047641"/>
                  <a:ext cx="145249" cy="155051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9" name="文字方塊 278">
                <a:extLst>
                  <a:ext uri="{FF2B5EF4-FFF2-40B4-BE49-F238E27FC236}">
                    <a16:creationId xmlns:a16="http://schemas.microsoft.com/office/drawing/2014/main" id="{66438F25-53B4-4023-1B13-7C401D42EC53}"/>
                  </a:ext>
                </a:extLst>
              </p:cNvPr>
              <p:cNvSpPr txBox="1"/>
              <p:nvPr/>
            </p:nvSpPr>
            <p:spPr>
              <a:xfrm>
                <a:off x="688747" y="3273580"/>
                <a:ext cx="1791882" cy="3385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kumimoji="1" lang="en-US" altLang="zh-TW" sz="1600" dirty="0">
                    <a:cs typeface="Times New Roman" panose="02020603050405020304" pitchFamily="18" charset="0"/>
                  </a:rPr>
                  <a:t>Aspect KG</a:t>
                </a:r>
                <a:endParaRPr kumimoji="1" lang="zh-TW" altLang="en-US" sz="1600" dirty="0"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4" name="群組 293">
            <a:extLst>
              <a:ext uri="{FF2B5EF4-FFF2-40B4-BE49-F238E27FC236}">
                <a16:creationId xmlns:a16="http://schemas.microsoft.com/office/drawing/2014/main" id="{DF8FDB5E-1BF8-D997-282F-CB90200D36B4}"/>
              </a:ext>
            </a:extLst>
          </p:cNvPr>
          <p:cNvGrpSpPr/>
          <p:nvPr/>
        </p:nvGrpSpPr>
        <p:grpSpPr>
          <a:xfrm>
            <a:off x="3577480" y="2847116"/>
            <a:ext cx="1066831" cy="572704"/>
            <a:chOff x="5319042" y="1277657"/>
            <a:chExt cx="1066831" cy="572704"/>
          </a:xfrm>
          <a:solidFill>
            <a:srgbClr val="BBEF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字方塊 294">
                  <a:extLst>
                    <a:ext uri="{FF2B5EF4-FFF2-40B4-BE49-F238E27FC236}">
                      <a16:creationId xmlns:a16="http://schemas.microsoft.com/office/drawing/2014/main" id="{D6501738-29E7-C804-812F-AD19DB24BD5F}"/>
                    </a:ext>
                  </a:extLst>
                </p:cNvPr>
                <p:cNvSpPr txBox="1"/>
                <p:nvPr/>
              </p:nvSpPr>
              <p:spPr>
                <a:xfrm>
                  <a:off x="5327635" y="1277657"/>
                  <a:ext cx="105823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𝑔𝑙𝑜</m:t>
                          </m:r>
                        </m:sub>
                      </m:sSub>
                    </m:oMath>
                  </a14:m>
                  <a:r>
                    <a:rPr kumimoji="1" lang="en-US" altLang="zh-TW" sz="2400" b="0" dirty="0"/>
                    <a:t> </a:t>
                  </a:r>
                </a:p>
              </p:txBody>
            </p:sp>
          </mc:Choice>
          <mc:Fallback xmlns="">
            <p:sp>
              <p:nvSpPr>
                <p:cNvPr id="295" name="文字方塊 294">
                  <a:extLst>
                    <a:ext uri="{FF2B5EF4-FFF2-40B4-BE49-F238E27FC236}">
                      <a16:creationId xmlns:a16="http://schemas.microsoft.com/office/drawing/2014/main" id="{D6501738-29E7-C804-812F-AD19DB24B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7635" y="1277657"/>
                  <a:ext cx="1058238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5952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6" name="群組 295">
              <a:extLst>
                <a:ext uri="{FF2B5EF4-FFF2-40B4-BE49-F238E27FC236}">
                  <a16:creationId xmlns:a16="http://schemas.microsoft.com/office/drawing/2014/main" id="{91E88ED4-A31A-233E-8B80-BA24DC95A7DB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297" name="矩形 296">
                <a:extLst>
                  <a:ext uri="{FF2B5EF4-FFF2-40B4-BE49-F238E27FC236}">
                    <a16:creationId xmlns:a16="http://schemas.microsoft.com/office/drawing/2014/main" id="{91D35DAD-872A-DD79-4A80-7D720EAB91A1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0F3F1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 sz="2400"/>
              </a:p>
            </p:txBody>
          </p:sp>
          <p:cxnSp>
            <p:nvCxnSpPr>
              <p:cNvPr id="298" name="直線接點 297">
                <a:extLst>
                  <a:ext uri="{FF2B5EF4-FFF2-40B4-BE49-F238E27FC236}">
                    <a16:creationId xmlns:a16="http://schemas.microsoft.com/office/drawing/2014/main" id="{0EA014F5-6820-A2A7-1B16-AB353E45D912}"/>
                  </a:ext>
                </a:extLst>
              </p:cNvPr>
              <p:cNvCxnSpPr>
                <a:cxnSpLocks/>
                <a:stCxn id="297" idx="0"/>
                <a:endCxn id="297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9" name="直線接點 298">
                <a:extLst>
                  <a:ext uri="{FF2B5EF4-FFF2-40B4-BE49-F238E27FC236}">
                    <a16:creationId xmlns:a16="http://schemas.microsoft.com/office/drawing/2014/main" id="{96FAFA07-A136-A9CE-21FD-24E662816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0" name="直線接點 299">
                <a:extLst>
                  <a:ext uri="{FF2B5EF4-FFF2-40B4-BE49-F238E27FC236}">
                    <a16:creationId xmlns:a16="http://schemas.microsoft.com/office/drawing/2014/main" id="{8AFCEA43-590F-6FCA-D1B0-1CC8653E2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05" name="直線箭頭接點 304">
            <a:extLst>
              <a:ext uri="{FF2B5EF4-FFF2-40B4-BE49-F238E27FC236}">
                <a16:creationId xmlns:a16="http://schemas.microsoft.com/office/drawing/2014/main" id="{E49C9599-9B24-9960-3E61-0508D12581B1}"/>
              </a:ext>
            </a:extLst>
          </p:cNvPr>
          <p:cNvCxnSpPr>
            <a:cxnSpLocks/>
          </p:cNvCxnSpPr>
          <p:nvPr/>
        </p:nvCxnSpPr>
        <p:spPr>
          <a:xfrm>
            <a:off x="2210098" y="4193384"/>
            <a:ext cx="54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線箭頭接點 305">
            <a:extLst>
              <a:ext uri="{FF2B5EF4-FFF2-40B4-BE49-F238E27FC236}">
                <a16:creationId xmlns:a16="http://schemas.microsoft.com/office/drawing/2014/main" id="{313D2515-648F-5447-D305-861E6FEDC168}"/>
              </a:ext>
            </a:extLst>
          </p:cNvPr>
          <p:cNvCxnSpPr>
            <a:cxnSpLocks/>
          </p:cNvCxnSpPr>
          <p:nvPr/>
        </p:nvCxnSpPr>
        <p:spPr>
          <a:xfrm>
            <a:off x="3951855" y="3468540"/>
            <a:ext cx="3258" cy="360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直線箭頭接點 308">
            <a:extLst>
              <a:ext uri="{FF2B5EF4-FFF2-40B4-BE49-F238E27FC236}">
                <a16:creationId xmlns:a16="http://schemas.microsoft.com/office/drawing/2014/main" id="{1C58761B-06B9-FB27-AD1E-C5D9FACD146D}"/>
              </a:ext>
            </a:extLst>
          </p:cNvPr>
          <p:cNvCxnSpPr>
            <a:cxnSpLocks/>
          </p:cNvCxnSpPr>
          <p:nvPr/>
        </p:nvCxnSpPr>
        <p:spPr>
          <a:xfrm>
            <a:off x="4471465" y="4193038"/>
            <a:ext cx="54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文字方塊 309">
            <a:extLst>
              <a:ext uri="{FF2B5EF4-FFF2-40B4-BE49-F238E27FC236}">
                <a16:creationId xmlns:a16="http://schemas.microsoft.com/office/drawing/2014/main" id="{6EEE4068-DB4E-9C26-3FA0-F2C6D639C081}"/>
              </a:ext>
            </a:extLst>
          </p:cNvPr>
          <p:cNvSpPr txBox="1"/>
          <p:nvPr/>
        </p:nvSpPr>
        <p:spPr>
          <a:xfrm>
            <a:off x="2709899" y="3165002"/>
            <a:ext cx="979684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TW" sz="1600" dirty="0">
                <a:cs typeface="Times New Roman" panose="02020603050405020304" pitchFamily="18" charset="0"/>
              </a:rPr>
              <a:t>Lookup</a:t>
            </a:r>
            <a:endParaRPr kumimoji="1" lang="zh-TW" altLang="en-US" sz="1600" dirty="0">
              <a:cs typeface="Times New Roman" panose="02020603050405020304" pitchFamily="18" charset="0"/>
            </a:endParaRPr>
          </a:p>
        </p:txBody>
      </p:sp>
      <p:grpSp>
        <p:nvGrpSpPr>
          <p:cNvPr id="311" name="群組 310">
            <a:extLst>
              <a:ext uri="{FF2B5EF4-FFF2-40B4-BE49-F238E27FC236}">
                <a16:creationId xmlns:a16="http://schemas.microsoft.com/office/drawing/2014/main" id="{C930065A-E960-851C-6F4B-8316DFC20572}"/>
              </a:ext>
            </a:extLst>
          </p:cNvPr>
          <p:cNvGrpSpPr/>
          <p:nvPr/>
        </p:nvGrpSpPr>
        <p:grpSpPr>
          <a:xfrm>
            <a:off x="6472535" y="3074171"/>
            <a:ext cx="1372972" cy="830997"/>
            <a:chOff x="3726730" y="1617126"/>
            <a:chExt cx="1083901" cy="830997"/>
          </a:xfrm>
        </p:grpSpPr>
        <p:sp>
          <p:nvSpPr>
            <p:cNvPr id="312" name="圓角矩形 311">
              <a:extLst>
                <a:ext uri="{FF2B5EF4-FFF2-40B4-BE49-F238E27FC236}">
                  <a16:creationId xmlns:a16="http://schemas.microsoft.com/office/drawing/2014/main" id="{03C77A0C-39E9-E5A4-7287-B85693871734}"/>
                </a:ext>
              </a:extLst>
            </p:cNvPr>
            <p:cNvSpPr/>
            <p:nvPr/>
          </p:nvSpPr>
          <p:spPr>
            <a:xfrm>
              <a:off x="3814652" y="1626414"/>
              <a:ext cx="917475" cy="576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 sz="2400">
                <a:solidFill>
                  <a:srgbClr val="C00000"/>
                </a:solidFill>
              </a:endParaRPr>
            </a:p>
          </p:txBody>
        </p:sp>
        <p:sp>
          <p:nvSpPr>
            <p:cNvPr id="313" name="文字方塊 312">
              <a:extLst>
                <a:ext uri="{FF2B5EF4-FFF2-40B4-BE49-F238E27FC236}">
                  <a16:creationId xmlns:a16="http://schemas.microsoft.com/office/drawing/2014/main" id="{B7BA20D6-8C3C-5C40-3994-7D18B7EA117B}"/>
                </a:ext>
              </a:extLst>
            </p:cNvPr>
            <p:cNvSpPr txBox="1"/>
            <p:nvPr/>
          </p:nvSpPr>
          <p:spPr>
            <a:xfrm>
              <a:off x="3726730" y="1617126"/>
              <a:ext cx="1083901" cy="8309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Item </a:t>
              </a:r>
            </a:p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Fusion </a:t>
              </a:r>
              <a:r>
                <a:rPr lang="en" altLang="zh-TW" sz="1600" b="0" i="0" dirty="0">
                  <a:solidFill>
                    <a:srgbClr val="1F2328"/>
                  </a:solidFill>
                  <a:effectLst/>
                  <a:latin typeface="Mona Sans VF"/>
                </a:rPr>
                <a:t>Gate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317" name="肘形接點 316">
            <a:extLst>
              <a:ext uri="{FF2B5EF4-FFF2-40B4-BE49-F238E27FC236}">
                <a16:creationId xmlns:a16="http://schemas.microsoft.com/office/drawing/2014/main" id="{28D32DD9-FC65-2952-BC85-728A4761E5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5127" y="2335610"/>
            <a:ext cx="921747" cy="864975"/>
          </a:xfrm>
          <a:prstGeom prst="bentConnector3">
            <a:avLst>
              <a:gd name="adj1" fmla="val 99602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肘形接點 327">
            <a:extLst>
              <a:ext uri="{FF2B5EF4-FFF2-40B4-BE49-F238E27FC236}">
                <a16:creationId xmlns:a16="http://schemas.microsoft.com/office/drawing/2014/main" id="{41B88881-2259-C1DC-99FB-53982823F9C8}"/>
              </a:ext>
            </a:extLst>
          </p:cNvPr>
          <p:cNvCxnSpPr>
            <a:cxnSpLocks/>
            <a:stCxn id="141" idx="3"/>
          </p:cNvCxnSpPr>
          <p:nvPr/>
        </p:nvCxnSpPr>
        <p:spPr>
          <a:xfrm>
            <a:off x="5791896" y="1717545"/>
            <a:ext cx="748481" cy="35042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2" name="群組 361">
            <a:extLst>
              <a:ext uri="{FF2B5EF4-FFF2-40B4-BE49-F238E27FC236}">
                <a16:creationId xmlns:a16="http://schemas.microsoft.com/office/drawing/2014/main" id="{BB7F42DD-C4A8-72BC-BF10-B443FF8E0B0D}"/>
              </a:ext>
            </a:extLst>
          </p:cNvPr>
          <p:cNvGrpSpPr/>
          <p:nvPr/>
        </p:nvGrpSpPr>
        <p:grpSpPr>
          <a:xfrm>
            <a:off x="8274070" y="1761756"/>
            <a:ext cx="720000" cy="545469"/>
            <a:chOff x="5319042" y="1304892"/>
            <a:chExt cx="720000" cy="545469"/>
          </a:xfrm>
          <a:solidFill>
            <a:srgbClr val="B7B5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文字方塊 362">
                  <a:extLst>
                    <a:ext uri="{FF2B5EF4-FFF2-40B4-BE49-F238E27FC236}">
                      <a16:creationId xmlns:a16="http://schemas.microsoft.com/office/drawing/2014/main" id="{B8564E75-E969-4058-51B5-1CD65821F2EF}"/>
                    </a:ext>
                  </a:extLst>
                </p:cNvPr>
                <p:cNvSpPr txBox="1"/>
                <p:nvPr/>
              </p:nvSpPr>
              <p:spPr>
                <a:xfrm>
                  <a:off x="5328981" y="1304892"/>
                  <a:ext cx="343427" cy="2992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2400" b="0" dirty="0"/>
                </a:p>
              </p:txBody>
            </p:sp>
          </mc:Choice>
          <mc:Fallback xmlns="">
            <p:sp>
              <p:nvSpPr>
                <p:cNvPr id="363" name="文字方塊 362">
                  <a:extLst>
                    <a:ext uri="{FF2B5EF4-FFF2-40B4-BE49-F238E27FC236}">
                      <a16:creationId xmlns:a16="http://schemas.microsoft.com/office/drawing/2014/main" id="{B8564E75-E969-4058-51B5-1CD65821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981" y="1304892"/>
                  <a:ext cx="343427" cy="299249"/>
                </a:xfrm>
                <a:prstGeom prst="rect">
                  <a:avLst/>
                </a:prstGeom>
                <a:blipFill>
                  <a:blip r:embed="rId20"/>
                  <a:stretch>
                    <a:fillRect l="-17857" r="-78571" b="-2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4" name="群組 363">
              <a:extLst>
                <a:ext uri="{FF2B5EF4-FFF2-40B4-BE49-F238E27FC236}">
                  <a16:creationId xmlns:a16="http://schemas.microsoft.com/office/drawing/2014/main" id="{876D64D7-7C1B-D2ED-82C9-DEB5CA14FCAD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B84CE1D9-E1DA-BA59-315E-C76B2FF0251C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D7DCF8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 sz="2400"/>
              </a:p>
            </p:txBody>
          </p:sp>
          <p:cxnSp>
            <p:nvCxnSpPr>
              <p:cNvPr id="366" name="直線接點 365">
                <a:extLst>
                  <a:ext uri="{FF2B5EF4-FFF2-40B4-BE49-F238E27FC236}">
                    <a16:creationId xmlns:a16="http://schemas.microsoft.com/office/drawing/2014/main" id="{33048342-F7B2-C8CB-1FBD-D7F937486874}"/>
                  </a:ext>
                </a:extLst>
              </p:cNvPr>
              <p:cNvCxnSpPr>
                <a:cxnSpLocks/>
                <a:stCxn id="365" idx="0"/>
                <a:endCxn id="365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7" name="直線接點 366">
                <a:extLst>
                  <a:ext uri="{FF2B5EF4-FFF2-40B4-BE49-F238E27FC236}">
                    <a16:creationId xmlns:a16="http://schemas.microsoft.com/office/drawing/2014/main" id="{A2672D1D-B2FF-C630-F5AB-936ACFC21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直線接點 367">
                <a:extLst>
                  <a:ext uri="{FF2B5EF4-FFF2-40B4-BE49-F238E27FC236}">
                    <a16:creationId xmlns:a16="http://schemas.microsoft.com/office/drawing/2014/main" id="{E92FFDD0-A739-9BCC-8873-1E48C8BC7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69" name="直線箭頭接點 368">
            <a:extLst>
              <a:ext uri="{FF2B5EF4-FFF2-40B4-BE49-F238E27FC236}">
                <a16:creationId xmlns:a16="http://schemas.microsoft.com/office/drawing/2014/main" id="{B73A3277-16E7-FAE9-8333-9F3C9802F7DF}"/>
              </a:ext>
            </a:extLst>
          </p:cNvPr>
          <p:cNvCxnSpPr>
            <a:cxnSpLocks/>
          </p:cNvCxnSpPr>
          <p:nvPr/>
        </p:nvCxnSpPr>
        <p:spPr>
          <a:xfrm>
            <a:off x="7747050" y="2205025"/>
            <a:ext cx="396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1" name="群組 370">
            <a:extLst>
              <a:ext uri="{FF2B5EF4-FFF2-40B4-BE49-F238E27FC236}">
                <a16:creationId xmlns:a16="http://schemas.microsoft.com/office/drawing/2014/main" id="{AEEABB1C-B099-AE00-6E29-C3C480915A43}"/>
              </a:ext>
            </a:extLst>
          </p:cNvPr>
          <p:cNvGrpSpPr/>
          <p:nvPr/>
        </p:nvGrpSpPr>
        <p:grpSpPr>
          <a:xfrm>
            <a:off x="8294388" y="2920749"/>
            <a:ext cx="720000" cy="531024"/>
            <a:chOff x="5319042" y="1319337"/>
            <a:chExt cx="720000" cy="531024"/>
          </a:xfrm>
          <a:solidFill>
            <a:srgbClr val="B7B5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文字方塊 371">
                  <a:extLst>
                    <a:ext uri="{FF2B5EF4-FFF2-40B4-BE49-F238E27FC236}">
                      <a16:creationId xmlns:a16="http://schemas.microsoft.com/office/drawing/2014/main" id="{51E5015F-A1D8-FB92-A81C-7E33221046C1}"/>
                    </a:ext>
                  </a:extLst>
                </p:cNvPr>
                <p:cNvSpPr txBox="1"/>
                <p:nvPr/>
              </p:nvSpPr>
              <p:spPr>
                <a:xfrm>
                  <a:off x="5328981" y="1319337"/>
                  <a:ext cx="343427" cy="2992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2400" b="0" dirty="0"/>
                </a:p>
              </p:txBody>
            </p:sp>
          </mc:Choice>
          <mc:Fallback xmlns="">
            <p:sp>
              <p:nvSpPr>
                <p:cNvPr id="372" name="文字方塊 371">
                  <a:extLst>
                    <a:ext uri="{FF2B5EF4-FFF2-40B4-BE49-F238E27FC236}">
                      <a16:creationId xmlns:a16="http://schemas.microsoft.com/office/drawing/2014/main" id="{51E5015F-A1D8-FB92-A81C-7E3322104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981" y="1319337"/>
                  <a:ext cx="343427" cy="299249"/>
                </a:xfrm>
                <a:prstGeom prst="rect">
                  <a:avLst/>
                </a:prstGeom>
                <a:blipFill>
                  <a:blip r:embed="rId21"/>
                  <a:stretch>
                    <a:fillRect l="-20690" r="-58621" b="-2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3" name="群組 372">
              <a:extLst>
                <a:ext uri="{FF2B5EF4-FFF2-40B4-BE49-F238E27FC236}">
                  <a16:creationId xmlns:a16="http://schemas.microsoft.com/office/drawing/2014/main" id="{33B0E6E3-56A8-EB74-16AC-98FDD2F44812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8935BCB3-03D5-4938-5903-76DF1D76C459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D7F3EC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kumimoji="1" lang="zh-TW" altLang="en-US" sz="2400"/>
              </a:p>
            </p:txBody>
          </p:sp>
          <p:cxnSp>
            <p:nvCxnSpPr>
              <p:cNvPr id="375" name="直線接點 374">
                <a:extLst>
                  <a:ext uri="{FF2B5EF4-FFF2-40B4-BE49-F238E27FC236}">
                    <a16:creationId xmlns:a16="http://schemas.microsoft.com/office/drawing/2014/main" id="{27475FB2-3671-3885-C1D3-B47D8EC3EFF1}"/>
                  </a:ext>
                </a:extLst>
              </p:cNvPr>
              <p:cNvCxnSpPr>
                <a:cxnSpLocks/>
                <a:stCxn id="374" idx="0"/>
                <a:endCxn id="374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6" name="直線接點 375">
                <a:extLst>
                  <a:ext uri="{FF2B5EF4-FFF2-40B4-BE49-F238E27FC236}">
                    <a16:creationId xmlns:a16="http://schemas.microsoft.com/office/drawing/2014/main" id="{27316BFA-505F-CDD7-91BA-1680A655E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7" name="直線接點 376">
                <a:extLst>
                  <a:ext uri="{FF2B5EF4-FFF2-40B4-BE49-F238E27FC236}">
                    <a16:creationId xmlns:a16="http://schemas.microsoft.com/office/drawing/2014/main" id="{82417D69-3B8B-AA97-ECB3-2A05610A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78" name="直線箭頭接點 377">
            <a:extLst>
              <a:ext uri="{FF2B5EF4-FFF2-40B4-BE49-F238E27FC236}">
                <a16:creationId xmlns:a16="http://schemas.microsoft.com/office/drawing/2014/main" id="{495883D9-CB92-AFC6-8DE9-6605F1518FA9}"/>
              </a:ext>
            </a:extLst>
          </p:cNvPr>
          <p:cNvCxnSpPr>
            <a:cxnSpLocks/>
          </p:cNvCxnSpPr>
          <p:nvPr/>
        </p:nvCxnSpPr>
        <p:spPr>
          <a:xfrm>
            <a:off x="7747490" y="3349573"/>
            <a:ext cx="396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直線箭頭接點 388">
            <a:extLst>
              <a:ext uri="{FF2B5EF4-FFF2-40B4-BE49-F238E27FC236}">
                <a16:creationId xmlns:a16="http://schemas.microsoft.com/office/drawing/2014/main" id="{CB682C3C-0E80-D724-C11A-9A4712BD0606}"/>
              </a:ext>
            </a:extLst>
          </p:cNvPr>
          <p:cNvCxnSpPr>
            <a:cxnSpLocks/>
            <a:stCxn id="374" idx="3"/>
          </p:cNvCxnSpPr>
          <p:nvPr/>
        </p:nvCxnSpPr>
        <p:spPr>
          <a:xfrm flipV="1">
            <a:off x="9014388" y="3010080"/>
            <a:ext cx="636959" cy="351796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9" name="群組 408">
            <a:extLst>
              <a:ext uri="{FF2B5EF4-FFF2-40B4-BE49-F238E27FC236}">
                <a16:creationId xmlns:a16="http://schemas.microsoft.com/office/drawing/2014/main" id="{419EEDEB-9773-6559-5E9A-1203CE770B8B}"/>
              </a:ext>
            </a:extLst>
          </p:cNvPr>
          <p:cNvGrpSpPr/>
          <p:nvPr/>
        </p:nvGrpSpPr>
        <p:grpSpPr>
          <a:xfrm>
            <a:off x="9594010" y="2532502"/>
            <a:ext cx="1058238" cy="427725"/>
            <a:chOff x="3679949" y="1705986"/>
            <a:chExt cx="1058238" cy="427725"/>
          </a:xfrm>
        </p:grpSpPr>
        <p:sp>
          <p:nvSpPr>
            <p:cNvPr id="410" name="圓角矩形 409">
              <a:extLst>
                <a:ext uri="{FF2B5EF4-FFF2-40B4-BE49-F238E27FC236}">
                  <a16:creationId xmlns:a16="http://schemas.microsoft.com/office/drawing/2014/main" id="{FDE036BA-0E1F-8B78-1E2D-A30C4877CA72}"/>
                </a:ext>
              </a:extLst>
            </p:cNvPr>
            <p:cNvSpPr/>
            <p:nvPr/>
          </p:nvSpPr>
          <p:spPr>
            <a:xfrm>
              <a:off x="3789575" y="1705986"/>
              <a:ext cx="838985" cy="427725"/>
            </a:xfrm>
            <a:prstGeom prst="roundRect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algn="ctr"/>
              <a:endParaRPr kumimoji="1" lang="zh-TW" altLang="en-US"/>
            </a:p>
          </p:txBody>
        </p:sp>
        <p:sp>
          <p:nvSpPr>
            <p:cNvPr id="411" name="文字方塊 410">
              <a:extLst>
                <a:ext uri="{FF2B5EF4-FFF2-40B4-BE49-F238E27FC236}">
                  <a16:creationId xmlns:a16="http://schemas.microsoft.com/office/drawing/2014/main" id="{A3F21986-54F7-17AE-A08F-DC3197E47C7F}"/>
                </a:ext>
              </a:extLst>
            </p:cNvPr>
            <p:cNvSpPr txBox="1"/>
            <p:nvPr/>
          </p:nvSpPr>
          <p:spPr>
            <a:xfrm>
              <a:off x="3679949" y="1754935"/>
              <a:ext cx="1058238" cy="3385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Score</a:t>
              </a:r>
              <a:endParaRPr kumimoji="1" lang="zh-TW" altLang="en-US" sz="1400" dirty="0"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CB58CD49-0798-FDF8-80C1-EE3D815B672F}"/>
                  </a:ext>
                </a:extLst>
              </p:cNvPr>
              <p:cNvSpPr txBox="1"/>
              <p:nvPr/>
            </p:nvSpPr>
            <p:spPr>
              <a:xfrm>
                <a:off x="9700059" y="3013528"/>
                <a:ext cx="2100127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TW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⟨"/>
                          <m:endChr m:val="⟩"/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sub>
                          </m:sSub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zh-TW" sz="1600" b="0" i="1" smtClean="0">
                                  <a:latin typeface="Cambria Math" panose="02040503050406030204" pitchFamily="18" charset="0"/>
                                </a:rPr>
                                <m:t>𝑓𝑖𝑛𝑎𝑙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CB58CD49-0798-FDF8-80C1-EE3D815B6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059" y="3013528"/>
                <a:ext cx="2100127" cy="282450"/>
              </a:xfrm>
              <a:prstGeom prst="rect">
                <a:avLst/>
              </a:prstGeom>
              <a:blipFill>
                <a:blip r:embed="rId22"/>
                <a:stretch>
                  <a:fillRect l="-1796" t="-4348" b="-217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文字方塊 425">
            <a:extLst>
              <a:ext uri="{FF2B5EF4-FFF2-40B4-BE49-F238E27FC236}">
                <a16:creationId xmlns:a16="http://schemas.microsoft.com/office/drawing/2014/main" id="{E57B5212-9A9E-3359-DB1A-19304E9B8580}"/>
              </a:ext>
            </a:extLst>
          </p:cNvPr>
          <p:cNvSpPr txBox="1"/>
          <p:nvPr/>
        </p:nvSpPr>
        <p:spPr>
          <a:xfrm>
            <a:off x="6386152" y="4013023"/>
            <a:ext cx="153286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bias = +5</a:t>
            </a:r>
            <a:endParaRPr kumimoji="1" lang="zh-TW" altLang="en-US" sz="1400" dirty="0">
              <a:solidFill>
                <a:schemeClr val="accent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78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矩形 394">
            <a:extLst>
              <a:ext uri="{FF2B5EF4-FFF2-40B4-BE49-F238E27FC236}">
                <a16:creationId xmlns:a16="http://schemas.microsoft.com/office/drawing/2014/main" id="{CB17406A-6F93-028E-41FF-3A65F6615E76}"/>
              </a:ext>
            </a:extLst>
          </p:cNvPr>
          <p:cNvSpPr/>
          <p:nvPr/>
        </p:nvSpPr>
        <p:spPr>
          <a:xfrm>
            <a:off x="8740275" y="722398"/>
            <a:ext cx="2506063" cy="365884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C79C9992-698D-75A4-6342-C4F719EBF26E}"/>
              </a:ext>
            </a:extLst>
          </p:cNvPr>
          <p:cNvSpPr/>
          <p:nvPr/>
        </p:nvSpPr>
        <p:spPr>
          <a:xfrm>
            <a:off x="2774198" y="1507591"/>
            <a:ext cx="1973212" cy="211823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F4F74393-3F40-B5E5-9A6E-4A3181E9F6AE}"/>
              </a:ext>
            </a:extLst>
          </p:cNvPr>
          <p:cNvSpPr/>
          <p:nvPr/>
        </p:nvSpPr>
        <p:spPr>
          <a:xfrm>
            <a:off x="265727" y="1507591"/>
            <a:ext cx="1973212" cy="211823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文字方塊 325">
                <a:extLst>
                  <a:ext uri="{FF2B5EF4-FFF2-40B4-BE49-F238E27FC236}">
                    <a16:creationId xmlns:a16="http://schemas.microsoft.com/office/drawing/2014/main" id="{EE54E8BC-6885-7E84-31CF-B08DBF25455F}"/>
                  </a:ext>
                </a:extLst>
              </p:cNvPr>
              <p:cNvSpPr txBox="1"/>
              <p:nvPr/>
            </p:nvSpPr>
            <p:spPr>
              <a:xfrm>
                <a:off x="274506" y="1536485"/>
                <a:ext cx="1947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dirty="0">
                    <a:cs typeface="Times New Roman" panose="02020603050405020304" pitchFamily="18" charset="0"/>
                  </a:rPr>
                  <a:t>1. Item–Aspect </a:t>
                </a:r>
                <a14:m>
                  <m:oMath xmlns:m="http://schemas.openxmlformats.org/officeDocument/2006/math">
                    <m:r>
                      <a:rPr kumimoji="1" lang="en-US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endParaRPr kumimoji="1" lang="zh-TW" altLang="en-US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" name="文字方塊 325">
                <a:extLst>
                  <a:ext uri="{FF2B5EF4-FFF2-40B4-BE49-F238E27FC236}">
                    <a16:creationId xmlns:a16="http://schemas.microsoft.com/office/drawing/2014/main" id="{EE54E8BC-6885-7E84-31CF-B08DBF254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6" y="1536485"/>
                <a:ext cx="1947510" cy="369332"/>
              </a:xfrm>
              <a:prstGeom prst="rect">
                <a:avLst/>
              </a:prstGeom>
              <a:blipFill>
                <a:blip r:embed="rId3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1F53510F-8791-069A-B1BC-CA693C275DBF}"/>
              </a:ext>
            </a:extLst>
          </p:cNvPr>
          <p:cNvGrpSpPr/>
          <p:nvPr/>
        </p:nvGrpSpPr>
        <p:grpSpPr>
          <a:xfrm>
            <a:off x="605718" y="2116707"/>
            <a:ext cx="1434130" cy="1080000"/>
            <a:chOff x="881384" y="1045400"/>
            <a:chExt cx="1434130" cy="10800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81CD082-C19F-B6B4-08D2-EA27ABCCEB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50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B8E5314-21DF-8E6D-AD1F-0EE03E4551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1116" y="104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81C8E2D-BE6E-46CF-B5A7-0490C39465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0182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2B770B7-D833-E05B-D885-80CDCF57D6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02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2597FDE-F3AF-F1FC-46E4-9E1ED1683B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831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E5FFB54-D119-A6AC-1C2F-9EC098FD56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7380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AE43329-3C66-40EB-D9E6-EC945D3636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6446" y="104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3B632E0-841D-C594-C5A3-FFFB3BEB36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551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E6A016B-C1CF-4DE0-D2AF-1C2B9C6CB7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50" y="122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9F90F2F-1FB6-A363-6FFD-B8464225DE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270" y="122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ECE0BF5-6344-9D97-8B2C-A73640221E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738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A42CEC9-8934-5632-1FC3-60C57347F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426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3F9C7AE-F1AD-8F17-4846-C7862969CD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894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98434E6-D6CD-62FB-F27D-3C419924AA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C7FC605-079E-B5AB-17BA-F45162172E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956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CBB8F98-FB0A-90B6-1BA3-76F9AE130A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114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428CEC2-C74D-B3D7-8A15-0A539C1DA0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463DB34-2449-A5AF-2580-1C5B5131ED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450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1F409D8-8418-8C73-3384-F6D884F31D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516" y="140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6A70E94-A70A-CEBD-EC68-63F2C12DE0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F398ADE-DFFD-49C4-ED60-446A3A093E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648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54CBF76-8B7A-4246-AACF-858FDF611E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714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FE5D6C9-9BEE-21D8-EF11-A6B30FF35E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780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2EFA75C-1038-7130-17F2-05A53B7EF1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4848" y="140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7661E9B-7E00-C628-EFAF-A86511679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577DE7C-C06F-ACFA-4580-05D2212E8A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604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0D29ECD-C3C8-9585-8670-FEF76EFD08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072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52A265-8B93-F7B8-599A-06AECFC8AA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760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BF56533-B580-3E6B-9DFD-859B878E3F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228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080C05E-01B4-08CF-8FEE-FCD3ECF0E7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916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2B02E77-F61F-E240-BD7B-84E3000E3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290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CE285DF-D5D2-40F9-26FC-F9175F423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4448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E9AC046-07FD-E4E4-D5C5-100BF1F1C8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5771483-0C5B-3C01-2383-5A3A11C906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450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3005CF6D-ABC5-C71D-7D4B-A902EF7C9E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516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0D0E3AA-B46C-95AA-D661-E56A5CA555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6EFC089-3AD0-B586-11DA-D0960BB101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648" y="176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2F74F2-03D4-4563-B71B-1813BCF830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714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3815349-AB52-433A-E912-FFDED456B8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780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9523A56-DEB7-6D05-4B15-661580238A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4848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0EB3286-523D-B26C-4FE0-7BF1BE6F61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EC0B047-983F-6CB8-B6F2-DEAEEAD83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604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05F7C1C-F6FC-F9AB-B648-2E6A456D28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072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67AF1C1-219C-EFAB-48AE-90706669B6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760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8A77794-53EF-659A-9F79-0129445685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228" y="194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81B4E8C-D8CB-70D5-4AD6-DF1134C82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916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2EEB06E-AE96-0A8A-77F2-C65D18238D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290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7226A20-27FE-4306-798E-FC25EF93B1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4448" y="1945400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5C9505E6-3587-3B1B-75CC-0050968B5CD4}"/>
              </a:ext>
            </a:extLst>
          </p:cNvPr>
          <p:cNvGrpSpPr/>
          <p:nvPr/>
        </p:nvGrpSpPr>
        <p:grpSpPr>
          <a:xfrm>
            <a:off x="3061285" y="2123848"/>
            <a:ext cx="1434130" cy="1080000"/>
            <a:chOff x="881384" y="1045400"/>
            <a:chExt cx="1434130" cy="1080000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9D8E5F5-A2E3-BED4-D6B6-AFB63A1510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50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914F72F-76E7-7C36-829A-F5016BE77C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1116" y="1045400"/>
              <a:ext cx="180000" cy="180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4D7841F7-665B-B356-0A27-8EA47F8275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0182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641858A7-164B-95D0-CD0C-78CAFD6CA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02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08FA1C6E-4F39-8529-7502-90A11DDC7D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831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CBC0C16B-3C77-3062-B2EB-5E79BC862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7380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0D914D63-E2CA-E959-F3FF-088C5879C6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6446" y="1045400"/>
              <a:ext cx="180000" cy="18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54F94CBB-1B46-1625-2972-08AFF970A8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5514" y="10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C366642-F318-0E58-4A6A-5D827BBA90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50" y="1225400"/>
              <a:ext cx="180000" cy="180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50F1C81C-90EB-2130-BC05-23BAA01392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270" y="1225400"/>
              <a:ext cx="180000" cy="18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51E04367-C21A-CF32-8E82-B912A807FD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738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2B18957F-DD56-DE68-3B84-179DC8D9C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426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C55A429A-B646-0A80-2CDA-A506C8ED6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894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9DCA253F-9D16-60C6-22EF-83C951651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BF3A7C94-96DC-9367-C6F9-84F95BC9F8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956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80A635E2-010B-2AAC-9175-535E253498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114" y="122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69BE3E0-9336-05FE-20FB-7DC28818D9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40680BEE-450A-D4B6-C188-70125B571F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450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79C0B895-6DBC-12EA-CA0F-4BB08F9889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516" y="1405400"/>
              <a:ext cx="180000" cy="180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8D7201AE-22C8-CC4B-B2D5-5A0630066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9186B711-4DCF-D2B7-6F43-96657EFC94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648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026B0BE6-7FC8-355C-7EDB-D63E774EA5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714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14288981-ABCF-74EC-EC27-C652A386FF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780" y="140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E05D0C11-8F4C-2F39-286E-5B41E31ED6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4848" y="1405400"/>
              <a:ext cx="180000" cy="18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2A0B08FD-0B1A-FF69-5F1B-AF647E120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C59DE247-7BFD-EECE-B012-A3129DC52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604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AEAA4822-33B8-E93C-85B6-1F448E6419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072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354131AA-3475-DC21-FB19-DC70312256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760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18B8A11D-FF72-BB03-F23C-9E97D0AE40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228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D8F5FF29-BAC0-77A5-468E-C6DC80FF14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916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22E1296-7869-4A99-7D65-228D36F77A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290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29BB2D81-8D60-6AF2-CEDE-0B03B89CA8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4448" y="158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7E2791FF-14BE-CECD-6DB6-24A101EF9B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8ADB9E39-60D4-92A2-31B4-55D2C4EA5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450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C26528D6-D06D-562E-C018-DAC105B935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516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95C607BC-D6C9-7E9A-2896-654D1B0788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8582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E7F87B42-781E-5FAF-5AB0-D998C21043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7648" y="1765400"/>
              <a:ext cx="180000" cy="18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E38C3017-028B-0303-ACC1-6F1D64CEFE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714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EFB9EB0A-68CF-6C4B-1BC5-B54CB56F3B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5780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016E6944-1F1F-C19B-1222-53180F3534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4848" y="176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2E4FBE11-7B85-B993-5469-10BC0D5BBA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384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FF748152-3D82-9B50-C197-62CB04B62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5604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82AFE20B-0FB5-8058-F073-3F48DCB06B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9072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A168A9DE-0BF9-68B0-A6A5-ADB5F145D0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6760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8680EE2-C496-FB07-B84A-03AFD83CD7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228" y="1945400"/>
              <a:ext cx="180000" cy="18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57498427-1009-BC12-8ABD-CCAA460625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7916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E932A472-1902-2D38-C53E-AA2D4E88A7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3290" y="19454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8AD0AF45-8EC6-5E96-3BCE-89D75C1905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4448" y="19454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C7681E48-15B2-DFA6-8B61-BACD9CCB0B46}"/>
                  </a:ext>
                </a:extLst>
              </p:cNvPr>
              <p:cNvSpPr txBox="1"/>
              <p:nvPr/>
            </p:nvSpPr>
            <p:spPr>
              <a:xfrm>
                <a:off x="9355849" y="1104839"/>
                <a:ext cx="1327521" cy="34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TW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" altLang="zh-TW" sz="1600" i="1" smtClean="0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" altLang="zh-TW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" altLang="zh-TW" sz="1600" i="1" err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" altLang="zh-TW" sz="1600" i="1" err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" altLang="zh-TW" sz="1600" i="1" err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" altLang="zh-TW" sz="1600" i="1" err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C7681E48-15B2-DFA6-8B61-BACD9CCB0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849" y="1104839"/>
                <a:ext cx="1327521" cy="342979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0684F18D-6E3D-94ED-8267-0E061B5A60A5}"/>
                  </a:ext>
                </a:extLst>
              </p:cNvPr>
              <p:cNvSpPr txBox="1"/>
              <p:nvPr/>
            </p:nvSpPr>
            <p:spPr>
              <a:xfrm>
                <a:off x="9287381" y="3767276"/>
                <a:ext cx="1499463" cy="553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en-US" altLang="zh-TW" sz="1600" dirty="0"/>
                  <a:t>Slots</a:t>
                </a:r>
                <a:r>
                  <a:rPr kumimoji="1" lang="en-US" altLang="zh-TW" sz="1600" i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sz="16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TW" sz="1600" i="1">
                            <a:latin typeface="Cambria Math" panose="02040503050406030204" pitchFamily="18" charset="0"/>
                          </a:rPr>
                          <m:t>𝐾𝐺</m:t>
                        </m:r>
                      </m:sub>
                      <m:sup>
                        <m:d>
                          <m:dPr>
                            <m:ctrlPr>
                              <a:rPr kumimoji="1"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endParaRPr kumimoji="1" lang="en-US" altLang="zh-TW" sz="1600" i="1" dirty="0"/>
              </a:p>
              <a:p>
                <a:pPr algn="ctr"/>
                <a:r>
                  <a:rPr kumimoji="1" lang="en-US" altLang="zh-TW" sz="1600" dirty="0"/>
                  <a:t>(GNN item init)</a:t>
                </a:r>
              </a:p>
            </p:txBody>
          </p:sp>
        </mc:Choice>
        <mc:Fallback xmlns="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0684F18D-6E3D-94ED-8267-0E061B5A6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381" y="3767276"/>
                <a:ext cx="1499463" cy="553165"/>
              </a:xfrm>
              <a:prstGeom prst="rect">
                <a:avLst/>
              </a:prstGeom>
              <a:blipFill>
                <a:blip r:embed="rId5"/>
                <a:stretch>
                  <a:fillRect t="-2222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文字方塊 326">
                <a:extLst>
                  <a:ext uri="{FF2B5EF4-FFF2-40B4-BE49-F238E27FC236}">
                    <a16:creationId xmlns:a16="http://schemas.microsoft.com/office/drawing/2014/main" id="{03624FB2-FC54-3E53-CA5B-240866FA1B1B}"/>
                  </a:ext>
                </a:extLst>
              </p:cNvPr>
              <p:cNvSpPr txBox="1"/>
              <p:nvPr/>
            </p:nvSpPr>
            <p:spPr>
              <a:xfrm>
                <a:off x="838579" y="3203848"/>
                <a:ext cx="9650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600" dirty="0">
                    <a:cs typeface="Times New Roman" panose="02020603050405020304" pitchFamily="18" charset="0"/>
                  </a:rPr>
                  <a:t>aspect</a:t>
                </a:r>
                <a14:m>
                  <m:oMath xmlns:m="http://schemas.openxmlformats.org/officeDocument/2006/math">
                    <m:r>
                      <a:rPr kumimoji="1" lang="en-US" altLang="zh-TW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zh-TW" altLang="en-US" sz="1600" i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7" name="文字方塊 326">
                <a:extLst>
                  <a:ext uri="{FF2B5EF4-FFF2-40B4-BE49-F238E27FC236}">
                    <a16:creationId xmlns:a16="http://schemas.microsoft.com/office/drawing/2014/main" id="{03624FB2-FC54-3E53-CA5B-240866FA1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79" y="3203848"/>
                <a:ext cx="965030" cy="338554"/>
              </a:xfrm>
              <a:prstGeom prst="rect">
                <a:avLst/>
              </a:prstGeom>
              <a:blipFill>
                <a:blip r:embed="rId6"/>
                <a:stretch>
                  <a:fillRect t="-3704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文字方塊 327">
                <a:extLst>
                  <a:ext uri="{FF2B5EF4-FFF2-40B4-BE49-F238E27FC236}">
                    <a16:creationId xmlns:a16="http://schemas.microsoft.com/office/drawing/2014/main" id="{D4600621-18E3-668D-3F29-EE16EC3CAF90}"/>
                  </a:ext>
                </a:extLst>
              </p:cNvPr>
              <p:cNvSpPr txBox="1"/>
              <p:nvPr/>
            </p:nvSpPr>
            <p:spPr>
              <a:xfrm rot="16200000">
                <a:off x="-42615" y="2507566"/>
                <a:ext cx="9650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600" dirty="0">
                    <a:cs typeface="Times New Roman" panose="02020603050405020304" pitchFamily="18" charset="0"/>
                  </a:rPr>
                  <a:t>item</a:t>
                </a:r>
                <a14:m>
                  <m:oMath xmlns:m="http://schemas.openxmlformats.org/officeDocument/2006/math">
                    <m:r>
                      <a:rPr kumimoji="1" lang="en-US" altLang="zh-TW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kumimoji="1" lang="zh-TW" altLang="en-US" sz="1600" i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8" name="文字方塊 327">
                <a:extLst>
                  <a:ext uri="{FF2B5EF4-FFF2-40B4-BE49-F238E27FC236}">
                    <a16:creationId xmlns:a16="http://schemas.microsoft.com/office/drawing/2014/main" id="{D4600621-18E3-668D-3F29-EE16EC3C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2615" y="2507566"/>
                <a:ext cx="965030" cy="338554"/>
              </a:xfrm>
              <a:prstGeom prst="rect">
                <a:avLst/>
              </a:prstGeom>
              <a:blipFill>
                <a:blip r:embed="rId7"/>
                <a:stretch>
                  <a:fillRect l="-7407" r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文字方塊 328">
            <a:extLst>
              <a:ext uri="{FF2B5EF4-FFF2-40B4-BE49-F238E27FC236}">
                <a16:creationId xmlns:a16="http://schemas.microsoft.com/office/drawing/2014/main" id="{5D9338FB-BE20-BDDF-C726-684CE8B85831}"/>
              </a:ext>
            </a:extLst>
          </p:cNvPr>
          <p:cNvSpPr txBox="1"/>
          <p:nvPr/>
        </p:nvSpPr>
        <p:spPr>
          <a:xfrm>
            <a:off x="2801380" y="1530810"/>
            <a:ext cx="194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cs typeface="Times New Roman" panose="02020603050405020304" pitchFamily="18" charset="0"/>
              </a:rPr>
              <a:t>2. IDF re-weighting</a:t>
            </a:r>
            <a:endParaRPr kumimoji="1"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7884432F-6D31-1111-6DD0-1AB162602136}"/>
              </a:ext>
            </a:extLst>
          </p:cNvPr>
          <p:cNvSpPr/>
          <p:nvPr/>
        </p:nvSpPr>
        <p:spPr>
          <a:xfrm>
            <a:off x="5259859" y="731824"/>
            <a:ext cx="2973485" cy="365882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405200A-F597-CD24-15C2-5D6DB8F3049B}"/>
              </a:ext>
            </a:extLst>
          </p:cNvPr>
          <p:cNvGrpSpPr/>
          <p:nvPr/>
        </p:nvGrpSpPr>
        <p:grpSpPr>
          <a:xfrm>
            <a:off x="5208820" y="1081127"/>
            <a:ext cx="719805" cy="1402046"/>
            <a:chOff x="5304772" y="932396"/>
            <a:chExt cx="719805" cy="1402046"/>
          </a:xfrm>
        </p:grpSpPr>
        <p:cxnSp>
          <p:nvCxnSpPr>
            <p:cNvPr id="229" name="直線接點 228">
              <a:extLst>
                <a:ext uri="{FF2B5EF4-FFF2-40B4-BE49-F238E27FC236}">
                  <a16:creationId xmlns:a16="http://schemas.microsoft.com/office/drawing/2014/main" id="{B1943371-4592-30C3-0BB4-E483631D59E3}"/>
                </a:ext>
              </a:extLst>
            </p:cNvPr>
            <p:cNvCxnSpPr/>
            <p:nvPr/>
          </p:nvCxnSpPr>
          <p:spPr>
            <a:xfrm>
              <a:off x="5732977" y="1199174"/>
              <a:ext cx="2916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629D0227-9276-B3E6-F926-45CCE0AB006B}"/>
                </a:ext>
              </a:extLst>
            </p:cNvPr>
            <p:cNvSpPr>
              <a:spLocks/>
            </p:cNvSpPr>
            <p:nvPr/>
          </p:nvSpPr>
          <p:spPr>
            <a:xfrm>
              <a:off x="5730003" y="1254445"/>
              <a:ext cx="292636" cy="1079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字方塊 230">
                  <a:extLst>
                    <a:ext uri="{FF2B5EF4-FFF2-40B4-BE49-F238E27FC236}">
                      <a16:creationId xmlns:a16="http://schemas.microsoft.com/office/drawing/2014/main" id="{E62291D2-67D8-F42F-C923-51CBACCE75B8}"/>
                    </a:ext>
                  </a:extLst>
                </p:cNvPr>
                <p:cNvSpPr txBox="1"/>
                <p:nvPr/>
              </p:nvSpPr>
              <p:spPr>
                <a:xfrm>
                  <a:off x="5746208" y="1651540"/>
                  <a:ext cx="27770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160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16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1" name="文字方塊 230">
                  <a:extLst>
                    <a:ext uri="{FF2B5EF4-FFF2-40B4-BE49-F238E27FC236}">
                      <a16:creationId xmlns:a16="http://schemas.microsoft.com/office/drawing/2014/main" id="{E62291D2-67D8-F42F-C923-51CBACCE7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6208" y="1651540"/>
                  <a:ext cx="277705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3043" r="-8696"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2DDA5875-7ADA-163D-16EB-F7E172146118}"/>
                    </a:ext>
                  </a:extLst>
                </p:cNvPr>
                <p:cNvSpPr txBox="1"/>
                <p:nvPr/>
              </p:nvSpPr>
              <p:spPr>
                <a:xfrm>
                  <a:off x="5776123" y="932396"/>
                  <a:ext cx="2128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zh-TW" sz="16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a14:m>
                  <a:r>
                    <a:rPr kumimoji="1" lang="en-US" altLang="zh-TW" sz="1600" dirty="0">
                      <a:solidFill>
                        <a:schemeClr val="accent1"/>
                      </a:solidFill>
                      <a:cs typeface="Times New Roman" panose="02020603050405020304" pitchFamily="18" charset="0"/>
                    </a:rPr>
                    <a:t> </a:t>
                  </a:r>
                  <a:endParaRPr kumimoji="1" lang="zh-TW" altLang="en-US" sz="1600" dirty="0">
                    <a:solidFill>
                      <a:schemeClr val="accent1"/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2DDA5875-7ADA-163D-16EB-F7E172146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123" y="932396"/>
                  <a:ext cx="212896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文字方塊 259">
              <a:extLst>
                <a:ext uri="{FF2B5EF4-FFF2-40B4-BE49-F238E27FC236}">
                  <a16:creationId xmlns:a16="http://schemas.microsoft.com/office/drawing/2014/main" id="{CE23BC78-2CDA-BF09-65FD-C410EEB2D877}"/>
                </a:ext>
              </a:extLst>
            </p:cNvPr>
            <p:cNvSpPr txBox="1"/>
            <p:nvPr/>
          </p:nvSpPr>
          <p:spPr>
            <a:xfrm>
              <a:off x="5304772" y="1604796"/>
              <a:ext cx="4856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|𝐼|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811F8B67-26A8-C309-18F3-2BAFF687861B}"/>
              </a:ext>
            </a:extLst>
          </p:cNvPr>
          <p:cNvGrpSpPr/>
          <p:nvPr/>
        </p:nvGrpSpPr>
        <p:grpSpPr>
          <a:xfrm>
            <a:off x="6514440" y="1398871"/>
            <a:ext cx="1483424" cy="618165"/>
            <a:chOff x="6729119" y="1657071"/>
            <a:chExt cx="1483424" cy="618165"/>
          </a:xfrm>
        </p:grpSpPr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71CA5C67-024C-1EB3-2B70-3E07D16BF22C}"/>
                </a:ext>
              </a:extLst>
            </p:cNvPr>
            <p:cNvSpPr>
              <a:spLocks/>
            </p:cNvSpPr>
            <p:nvPr/>
          </p:nvSpPr>
          <p:spPr>
            <a:xfrm>
              <a:off x="6729119" y="1657071"/>
              <a:ext cx="1431906" cy="29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056724A9-CE49-D5D4-EE9B-61F182DEAB85}"/>
                    </a:ext>
                  </a:extLst>
                </p:cNvPr>
                <p:cNvSpPr txBox="1"/>
                <p:nvPr/>
              </p:nvSpPr>
              <p:spPr>
                <a:xfrm>
                  <a:off x="7287070" y="1667245"/>
                  <a:ext cx="288925" cy="2560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TW" sz="16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kumimoji="1" lang="en-US" altLang="zh-TW" sz="16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056724A9-CE49-D5D4-EE9B-61F182DEA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7070" y="1667245"/>
                  <a:ext cx="288925" cy="256096"/>
                </a:xfrm>
                <a:prstGeom prst="rect">
                  <a:avLst/>
                </a:prstGeom>
                <a:blipFill>
                  <a:blip r:embed="rId10"/>
                  <a:stretch>
                    <a:fillRect l="-16667" r="-4167" b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0" name="直線接點 249">
              <a:extLst>
                <a:ext uri="{FF2B5EF4-FFF2-40B4-BE49-F238E27FC236}">
                  <a16:creationId xmlns:a16="http://schemas.microsoft.com/office/drawing/2014/main" id="{34B31DBD-1604-48B6-73EC-154C12A98F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66743" y="1802886"/>
              <a:ext cx="2916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文字方塊 335">
              <a:extLst>
                <a:ext uri="{FF2B5EF4-FFF2-40B4-BE49-F238E27FC236}">
                  <a16:creationId xmlns:a16="http://schemas.microsoft.com/office/drawing/2014/main" id="{11EB4C9A-A64A-587C-9348-407C86968FDA}"/>
                </a:ext>
              </a:extLst>
            </p:cNvPr>
            <p:cNvSpPr txBox="1"/>
            <p:nvPr/>
          </p:nvSpPr>
          <p:spPr>
            <a:xfrm>
              <a:off x="6981025" y="1936682"/>
              <a:ext cx="8946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|𝒜|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D4EAAA43-1586-D6C3-4E00-29DD753A44B0}"/>
              </a:ext>
            </a:extLst>
          </p:cNvPr>
          <p:cNvGrpSpPr/>
          <p:nvPr/>
        </p:nvGrpSpPr>
        <p:grpSpPr>
          <a:xfrm>
            <a:off x="6018675" y="1347360"/>
            <a:ext cx="386524" cy="359591"/>
            <a:chOff x="6460215" y="2134839"/>
            <a:chExt cx="386524" cy="359591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4DC01F1-3241-3F59-A9DF-2F3C0DD78A8A}"/>
                </a:ext>
              </a:extLst>
            </p:cNvPr>
            <p:cNvGrpSpPr/>
            <p:nvPr/>
          </p:nvGrpSpPr>
          <p:grpSpPr>
            <a:xfrm>
              <a:off x="6500114" y="2134839"/>
              <a:ext cx="346625" cy="343111"/>
              <a:chOff x="6255206" y="1606682"/>
              <a:chExt cx="346625" cy="343111"/>
            </a:xfrm>
          </p:grpSpPr>
          <p:grpSp>
            <p:nvGrpSpPr>
              <p:cNvPr id="242" name="群組 241">
                <a:extLst>
                  <a:ext uri="{FF2B5EF4-FFF2-40B4-BE49-F238E27FC236}">
                    <a16:creationId xmlns:a16="http://schemas.microsoft.com/office/drawing/2014/main" id="{ECFD2770-4295-61AD-5574-E0F0A8533DCD}"/>
                  </a:ext>
                </a:extLst>
              </p:cNvPr>
              <p:cNvGrpSpPr/>
              <p:nvPr/>
            </p:nvGrpSpPr>
            <p:grpSpPr>
              <a:xfrm>
                <a:off x="6255206" y="1657071"/>
                <a:ext cx="292245" cy="291600"/>
                <a:chOff x="5475358" y="1246671"/>
                <a:chExt cx="292245" cy="291600"/>
              </a:xfrm>
              <a:solidFill>
                <a:schemeClr val="bg1"/>
              </a:solidFill>
            </p:grpSpPr>
            <p:sp>
              <p:nvSpPr>
                <p:cNvPr id="221" name="矩形 220">
                  <a:extLst>
                    <a:ext uri="{FF2B5EF4-FFF2-40B4-BE49-F238E27FC236}">
                      <a16:creationId xmlns:a16="http://schemas.microsoft.com/office/drawing/2014/main" id="{566485A9-9903-CA60-DA39-655C00A5F42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476003" y="1246671"/>
                  <a:ext cx="291600" cy="291600"/>
                </a:xfrm>
                <a:prstGeom prst="rect">
                  <a:avLst/>
                </a:prstGeom>
                <a:grpFill/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cxnSp>
              <p:nvCxnSpPr>
                <p:cNvPr id="239" name="直線接點 238">
                  <a:extLst>
                    <a:ext uri="{FF2B5EF4-FFF2-40B4-BE49-F238E27FC236}">
                      <a16:creationId xmlns:a16="http://schemas.microsoft.com/office/drawing/2014/main" id="{E3079BFA-085E-C3F5-1275-7110AC7F7560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>
                  <a:off x="5475358" y="1246671"/>
                  <a:ext cx="54000" cy="54000"/>
                </a:xfrm>
                <a:prstGeom prst="line">
                  <a:avLst/>
                </a:prstGeom>
                <a:grpFill/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0" name="直線接點 329">
                <a:extLst>
                  <a:ext uri="{FF2B5EF4-FFF2-40B4-BE49-F238E27FC236}">
                    <a16:creationId xmlns:a16="http://schemas.microsoft.com/office/drawing/2014/main" id="{E0757F52-632C-6422-F2F5-2B763808B8D3}"/>
                  </a:ext>
                </a:extLst>
              </p:cNvPr>
              <p:cNvCxnSpPr>
                <a:cxnSpLocks/>
                <a:endCxn id="221" idx="2"/>
              </p:cNvCxnSpPr>
              <p:nvPr/>
            </p:nvCxnSpPr>
            <p:spPr>
              <a:xfrm flipH="1">
                <a:off x="6401651" y="1948671"/>
                <a:ext cx="145155" cy="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0" name="直線接點 229">
                <a:extLst>
                  <a:ext uri="{FF2B5EF4-FFF2-40B4-BE49-F238E27FC236}">
                    <a16:creationId xmlns:a16="http://schemas.microsoft.com/office/drawing/2014/main" id="{5E9EDDF8-F631-0067-DB59-47601D712C26}"/>
                  </a:ext>
                </a:extLst>
              </p:cNvPr>
              <p:cNvCxnSpPr/>
              <p:nvPr/>
            </p:nvCxnSpPr>
            <p:spPr>
              <a:xfrm>
                <a:off x="6255206" y="1606682"/>
                <a:ext cx="29160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線接點 333">
                <a:extLst>
                  <a:ext uri="{FF2B5EF4-FFF2-40B4-BE49-F238E27FC236}">
                    <a16:creationId xmlns:a16="http://schemas.microsoft.com/office/drawing/2014/main" id="{3C95BB65-FB83-E431-AB7F-C1CD66ADE64A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6487167" y="1893924"/>
                <a:ext cx="54000" cy="5400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7" name="直線接點 336">
                <a:extLst>
                  <a:ext uri="{FF2B5EF4-FFF2-40B4-BE49-F238E27FC236}">
                    <a16:creationId xmlns:a16="http://schemas.microsoft.com/office/drawing/2014/main" id="{2543AF8C-DDE2-F830-707F-B4CFA469420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456031" y="1803993"/>
                <a:ext cx="29160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0354A1EF-FB74-9453-3FBC-4AADA8C6E438}"/>
                    </a:ext>
                  </a:extLst>
                </p:cNvPr>
                <p:cNvSpPr txBox="1"/>
                <p:nvPr/>
              </p:nvSpPr>
              <p:spPr>
                <a:xfrm>
                  <a:off x="6460215" y="2155876"/>
                  <a:ext cx="3420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l-GR" altLang="zh-TW" sz="160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kumimoji="1" lang="en" altLang="zh-TW" sz="160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0354A1EF-FB74-9453-3FBC-4AADA8C6E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15" y="2155876"/>
                  <a:ext cx="342061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9" name="文字方塊 338">
            <a:extLst>
              <a:ext uri="{FF2B5EF4-FFF2-40B4-BE49-F238E27FC236}">
                <a16:creationId xmlns:a16="http://schemas.microsoft.com/office/drawing/2014/main" id="{23E68DB3-0BC4-98EC-A268-ED3BB1E5DEF3}"/>
              </a:ext>
            </a:extLst>
          </p:cNvPr>
          <p:cNvSpPr txBox="1"/>
          <p:nvPr/>
        </p:nvSpPr>
        <p:spPr>
          <a:xfrm>
            <a:off x="5809746" y="752112"/>
            <a:ext cx="187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cs typeface="Times New Roman" panose="02020603050405020304" pitchFamily="18" charset="0"/>
              </a:rPr>
              <a:t>3. </a:t>
            </a:r>
            <a:r>
              <a:rPr kumimoji="1" lang="en-US" altLang="zh-TW" dirty="0"/>
              <a:t>Truncated SVD</a:t>
            </a:r>
          </a:p>
        </p:txBody>
      </p:sp>
      <p:cxnSp>
        <p:nvCxnSpPr>
          <p:cNvPr id="382" name="直線箭頭接點 381">
            <a:extLst>
              <a:ext uri="{FF2B5EF4-FFF2-40B4-BE49-F238E27FC236}">
                <a16:creationId xmlns:a16="http://schemas.microsoft.com/office/drawing/2014/main" id="{D3484AF4-E767-EF53-0694-0D240BC84461}"/>
              </a:ext>
            </a:extLst>
          </p:cNvPr>
          <p:cNvCxnSpPr>
            <a:cxnSpLocks/>
          </p:cNvCxnSpPr>
          <p:nvPr/>
        </p:nvCxnSpPr>
        <p:spPr>
          <a:xfrm>
            <a:off x="6758272" y="2526320"/>
            <a:ext cx="0" cy="468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7" name="文字方塊 396">
            <a:extLst>
              <a:ext uri="{FF2B5EF4-FFF2-40B4-BE49-F238E27FC236}">
                <a16:creationId xmlns:a16="http://schemas.microsoft.com/office/drawing/2014/main" id="{BFB75069-5183-5260-AD4C-873287966BEC}"/>
              </a:ext>
            </a:extLst>
          </p:cNvPr>
          <p:cNvSpPr txBox="1"/>
          <p:nvPr/>
        </p:nvSpPr>
        <p:spPr>
          <a:xfrm>
            <a:off x="8757199" y="757699"/>
            <a:ext cx="248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cs typeface="Times New Roman" panose="02020603050405020304" pitchFamily="18" charset="0"/>
              </a:rPr>
              <a:t>4. </a:t>
            </a:r>
            <a:r>
              <a:rPr kumimoji="1" lang="en-US" altLang="zh-TW" dirty="0"/>
              <a:t>Reshape &amp; Initialize</a:t>
            </a:r>
          </a:p>
        </p:txBody>
      </p:sp>
      <p:grpSp>
        <p:nvGrpSpPr>
          <p:cNvPr id="432" name="群組 431">
            <a:extLst>
              <a:ext uri="{FF2B5EF4-FFF2-40B4-BE49-F238E27FC236}">
                <a16:creationId xmlns:a16="http://schemas.microsoft.com/office/drawing/2014/main" id="{3F037411-8A34-8463-1E9A-13029C321A10}"/>
              </a:ext>
            </a:extLst>
          </p:cNvPr>
          <p:cNvGrpSpPr/>
          <p:nvPr/>
        </p:nvGrpSpPr>
        <p:grpSpPr>
          <a:xfrm>
            <a:off x="9336185" y="1435345"/>
            <a:ext cx="1356330" cy="345741"/>
            <a:chOff x="8505917" y="1238800"/>
            <a:chExt cx="1356330" cy="345741"/>
          </a:xfrm>
        </p:grpSpPr>
        <p:grpSp>
          <p:nvGrpSpPr>
            <p:cNvPr id="422" name="群組 421">
              <a:extLst>
                <a:ext uri="{FF2B5EF4-FFF2-40B4-BE49-F238E27FC236}">
                  <a16:creationId xmlns:a16="http://schemas.microsoft.com/office/drawing/2014/main" id="{B0E9F320-53AD-CDF8-DC9D-CD675875B537}"/>
                </a:ext>
              </a:extLst>
            </p:cNvPr>
            <p:cNvGrpSpPr/>
            <p:nvPr/>
          </p:nvGrpSpPr>
          <p:grpSpPr>
            <a:xfrm>
              <a:off x="8505917" y="1238800"/>
              <a:ext cx="311264" cy="338554"/>
              <a:chOff x="8505917" y="1238800"/>
              <a:chExt cx="311264" cy="338554"/>
            </a:xfrm>
          </p:grpSpPr>
          <p:sp>
            <p:nvSpPr>
              <p:cNvPr id="418" name="矩形 417">
                <a:extLst>
                  <a:ext uri="{FF2B5EF4-FFF2-40B4-BE49-F238E27FC236}">
                    <a16:creationId xmlns:a16="http://schemas.microsoft.com/office/drawing/2014/main" id="{EE84D89A-0C87-AD9E-F947-2681A639B9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25581" y="1256340"/>
                <a:ext cx="291600" cy="29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19" name="文字方塊 418">
                <a:extLst>
                  <a:ext uri="{FF2B5EF4-FFF2-40B4-BE49-F238E27FC236}">
                    <a16:creationId xmlns:a16="http://schemas.microsoft.com/office/drawing/2014/main" id="{4963144F-A582-1015-F045-CD32DF56748F}"/>
                  </a:ext>
                </a:extLst>
              </p:cNvPr>
              <p:cNvSpPr txBox="1"/>
              <p:nvPr/>
            </p:nvSpPr>
            <p:spPr>
              <a:xfrm>
                <a:off x="8505917" y="1238800"/>
                <a:ext cx="29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600" i="1" dirty="0">
                    <a:latin typeface="Cambria Math" panose="02040503050406030204" pitchFamily="18" charset="0"/>
                  </a:rPr>
                  <a:t>d</a:t>
                </a:r>
                <a:endParaRPr kumimoji="1" lang="zh-TW" altLang="en-US" sz="1600" i="1" dirty="0"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423" name="群組 422">
              <a:extLst>
                <a:ext uri="{FF2B5EF4-FFF2-40B4-BE49-F238E27FC236}">
                  <a16:creationId xmlns:a16="http://schemas.microsoft.com/office/drawing/2014/main" id="{72272F6B-CA87-98AD-6166-255DE85B0CD8}"/>
                </a:ext>
              </a:extLst>
            </p:cNvPr>
            <p:cNvGrpSpPr/>
            <p:nvPr/>
          </p:nvGrpSpPr>
          <p:grpSpPr>
            <a:xfrm>
              <a:off x="8855977" y="1245987"/>
              <a:ext cx="311264" cy="338554"/>
              <a:chOff x="8505917" y="1248632"/>
              <a:chExt cx="311264" cy="338554"/>
            </a:xfrm>
          </p:grpSpPr>
          <p:sp>
            <p:nvSpPr>
              <p:cNvPr id="424" name="矩形 423">
                <a:extLst>
                  <a:ext uri="{FF2B5EF4-FFF2-40B4-BE49-F238E27FC236}">
                    <a16:creationId xmlns:a16="http://schemas.microsoft.com/office/drawing/2014/main" id="{6A4DBF17-6968-4C08-2BE6-CE24AB52C0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25581" y="1256340"/>
                <a:ext cx="291600" cy="29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64D5FBAB-228C-46B5-917B-6BDE17C7A2C2}"/>
                  </a:ext>
                </a:extLst>
              </p:cNvPr>
              <p:cNvSpPr txBox="1"/>
              <p:nvPr/>
            </p:nvSpPr>
            <p:spPr>
              <a:xfrm>
                <a:off x="8505917" y="1248632"/>
                <a:ext cx="29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600" i="1" dirty="0">
                    <a:latin typeface="Cambria Math" panose="02040503050406030204" pitchFamily="18" charset="0"/>
                  </a:rPr>
                  <a:t>d</a:t>
                </a:r>
                <a:endParaRPr kumimoji="1" lang="zh-TW" altLang="en-US" sz="1600" i="1"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426" name="群組 425">
              <a:extLst>
                <a:ext uri="{FF2B5EF4-FFF2-40B4-BE49-F238E27FC236}">
                  <a16:creationId xmlns:a16="http://schemas.microsoft.com/office/drawing/2014/main" id="{C20E0D43-CAA0-C8CD-9879-A68FFEA14767}"/>
                </a:ext>
              </a:extLst>
            </p:cNvPr>
            <p:cNvGrpSpPr/>
            <p:nvPr/>
          </p:nvGrpSpPr>
          <p:grpSpPr>
            <a:xfrm>
              <a:off x="9200923" y="1243459"/>
              <a:ext cx="311264" cy="338554"/>
              <a:chOff x="8505917" y="1248632"/>
              <a:chExt cx="311264" cy="338554"/>
            </a:xfrm>
          </p:grpSpPr>
          <p:sp>
            <p:nvSpPr>
              <p:cNvPr id="427" name="矩形 426">
                <a:extLst>
                  <a:ext uri="{FF2B5EF4-FFF2-40B4-BE49-F238E27FC236}">
                    <a16:creationId xmlns:a16="http://schemas.microsoft.com/office/drawing/2014/main" id="{3849AC3A-E2E6-9AFE-7B6B-D9E0203E4E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25581" y="1256340"/>
                <a:ext cx="291600" cy="29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28" name="文字方塊 427">
                <a:extLst>
                  <a:ext uri="{FF2B5EF4-FFF2-40B4-BE49-F238E27FC236}">
                    <a16:creationId xmlns:a16="http://schemas.microsoft.com/office/drawing/2014/main" id="{EA546A6F-3AD8-9480-3278-894CA1FBCDD4}"/>
                  </a:ext>
                </a:extLst>
              </p:cNvPr>
              <p:cNvSpPr txBox="1"/>
              <p:nvPr/>
            </p:nvSpPr>
            <p:spPr>
              <a:xfrm>
                <a:off x="8505917" y="1248632"/>
                <a:ext cx="29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600" i="1" dirty="0">
                    <a:latin typeface="Cambria Math" panose="02040503050406030204" pitchFamily="18" charset="0"/>
                  </a:rPr>
                  <a:t>d</a:t>
                </a:r>
                <a:endParaRPr kumimoji="1" lang="zh-TW" altLang="en-US" sz="1600" i="1">
                  <a:latin typeface="Cambria Math" panose="02040503050406030204" pitchFamily="18" charset="0"/>
                </a:endParaRPr>
              </a:p>
            </p:txBody>
          </p:sp>
        </p:grpSp>
        <p:grpSp>
          <p:nvGrpSpPr>
            <p:cNvPr id="429" name="群組 428">
              <a:extLst>
                <a:ext uri="{FF2B5EF4-FFF2-40B4-BE49-F238E27FC236}">
                  <a16:creationId xmlns:a16="http://schemas.microsoft.com/office/drawing/2014/main" id="{01BA5DCA-DBDF-2C47-238D-ADFCE7242B7E}"/>
                </a:ext>
              </a:extLst>
            </p:cNvPr>
            <p:cNvGrpSpPr/>
            <p:nvPr/>
          </p:nvGrpSpPr>
          <p:grpSpPr>
            <a:xfrm>
              <a:off x="9550983" y="1240814"/>
              <a:ext cx="311264" cy="338554"/>
              <a:chOff x="8505917" y="1248632"/>
              <a:chExt cx="311264" cy="338554"/>
            </a:xfrm>
          </p:grpSpPr>
          <p:sp>
            <p:nvSpPr>
              <p:cNvPr id="430" name="矩形 429">
                <a:extLst>
                  <a:ext uri="{FF2B5EF4-FFF2-40B4-BE49-F238E27FC236}">
                    <a16:creationId xmlns:a16="http://schemas.microsoft.com/office/drawing/2014/main" id="{C22942F3-A2F0-3C51-1244-62D6783497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25581" y="1256340"/>
                <a:ext cx="291600" cy="29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31" name="文字方塊 430">
                <a:extLst>
                  <a:ext uri="{FF2B5EF4-FFF2-40B4-BE49-F238E27FC236}">
                    <a16:creationId xmlns:a16="http://schemas.microsoft.com/office/drawing/2014/main" id="{27DBEB2C-808D-BE66-73ED-97150833049B}"/>
                  </a:ext>
                </a:extLst>
              </p:cNvPr>
              <p:cNvSpPr txBox="1"/>
              <p:nvPr/>
            </p:nvSpPr>
            <p:spPr>
              <a:xfrm>
                <a:off x="8505917" y="1248632"/>
                <a:ext cx="2916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600" i="1" dirty="0">
                    <a:latin typeface="Cambria Math" panose="02040503050406030204" pitchFamily="18" charset="0"/>
                  </a:rPr>
                  <a:t>d</a:t>
                </a:r>
                <a:endParaRPr kumimoji="1" lang="zh-TW" altLang="en-US" sz="1600" i="1">
                  <a:latin typeface="Cambria Math" panose="020405030504060302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3" name="文字方塊 432">
                <a:extLst>
                  <a:ext uri="{FF2B5EF4-FFF2-40B4-BE49-F238E27FC236}">
                    <a16:creationId xmlns:a16="http://schemas.microsoft.com/office/drawing/2014/main" id="{C4E189E8-CCD3-C4D9-863D-1286E80F3AB8}"/>
                  </a:ext>
                </a:extLst>
              </p:cNvPr>
              <p:cNvSpPr txBox="1"/>
              <p:nvPr/>
            </p:nvSpPr>
            <p:spPr>
              <a:xfrm>
                <a:off x="9353444" y="1899149"/>
                <a:ext cx="13368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TW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en-US" altLang="zh-TW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4 </m:t>
                    </m:r>
                  </m:oMath>
                </a14:m>
                <a:r>
                  <a:rPr kumimoji="1" lang="en-US" altLang="zh-TW" sz="1600" dirty="0">
                    <a:cs typeface="Times New Roman" panose="02020603050405020304" pitchFamily="18" charset="0"/>
                  </a:rPr>
                  <a:t>slots</a:t>
                </a:r>
                <a:endParaRPr kumimoji="1" lang="zh-TW" altLang="en-US" sz="16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3" name="文字方塊 432">
                <a:extLst>
                  <a:ext uri="{FF2B5EF4-FFF2-40B4-BE49-F238E27FC236}">
                    <a16:creationId xmlns:a16="http://schemas.microsoft.com/office/drawing/2014/main" id="{C4E189E8-CCD3-C4D9-863D-1286E80F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444" y="1899149"/>
                <a:ext cx="1336841" cy="338554"/>
              </a:xfrm>
              <a:prstGeom prst="rect">
                <a:avLst/>
              </a:prstGeom>
              <a:blipFill>
                <a:blip r:embed="rId12"/>
                <a:stretch>
                  <a:fillRect t="-3571" b="-1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4" name="左大括弧 433">
            <a:extLst>
              <a:ext uri="{FF2B5EF4-FFF2-40B4-BE49-F238E27FC236}">
                <a16:creationId xmlns:a16="http://schemas.microsoft.com/office/drawing/2014/main" id="{F9A3EF2D-571B-1177-1F35-20002409E916}"/>
              </a:ext>
            </a:extLst>
          </p:cNvPr>
          <p:cNvSpPr/>
          <p:nvPr/>
        </p:nvSpPr>
        <p:spPr>
          <a:xfrm rot="16200000">
            <a:off x="9958867" y="1186339"/>
            <a:ext cx="129600" cy="1319406"/>
          </a:xfrm>
          <a:prstGeom prst="leftBrac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440" name="群組 439">
            <a:extLst>
              <a:ext uri="{FF2B5EF4-FFF2-40B4-BE49-F238E27FC236}">
                <a16:creationId xmlns:a16="http://schemas.microsoft.com/office/drawing/2014/main" id="{621D7937-1F26-2990-0684-CEE7795D726B}"/>
              </a:ext>
            </a:extLst>
          </p:cNvPr>
          <p:cNvGrpSpPr/>
          <p:nvPr/>
        </p:nvGrpSpPr>
        <p:grpSpPr>
          <a:xfrm>
            <a:off x="8802596" y="2471915"/>
            <a:ext cx="2489139" cy="1254512"/>
            <a:chOff x="1244970" y="4106791"/>
            <a:chExt cx="2489139" cy="1254512"/>
          </a:xfrm>
        </p:grpSpPr>
        <p:sp>
          <p:nvSpPr>
            <p:cNvPr id="438" name="圓角矩形 437">
              <a:extLst>
                <a:ext uri="{FF2B5EF4-FFF2-40B4-BE49-F238E27FC236}">
                  <a16:creationId xmlns:a16="http://schemas.microsoft.com/office/drawing/2014/main" id="{54295875-B39E-4579-5D51-5ECBAA527F50}"/>
                </a:ext>
              </a:extLst>
            </p:cNvPr>
            <p:cNvSpPr/>
            <p:nvPr/>
          </p:nvSpPr>
          <p:spPr>
            <a:xfrm>
              <a:off x="1287700" y="4106791"/>
              <a:ext cx="2309226" cy="125451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35" name="文字方塊 434">
              <a:extLst>
                <a:ext uri="{FF2B5EF4-FFF2-40B4-BE49-F238E27FC236}">
                  <a16:creationId xmlns:a16="http://schemas.microsoft.com/office/drawing/2014/main" id="{D25B970F-8EAB-2E95-E8E9-BA9E3E8858CB}"/>
                </a:ext>
              </a:extLst>
            </p:cNvPr>
            <p:cNvSpPr txBox="1"/>
            <p:nvPr/>
          </p:nvSpPr>
          <p:spPr>
            <a:xfrm>
              <a:off x="1244970" y="4144371"/>
              <a:ext cx="24891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Graph Recommender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  <p:grpSp>
          <p:nvGrpSpPr>
            <p:cNvPr id="439" name="群組 438">
              <a:extLst>
                <a:ext uri="{FF2B5EF4-FFF2-40B4-BE49-F238E27FC236}">
                  <a16:creationId xmlns:a16="http://schemas.microsoft.com/office/drawing/2014/main" id="{1DB24F12-ED84-D11E-DEF3-188CB29C6C04}"/>
                </a:ext>
              </a:extLst>
            </p:cNvPr>
            <p:cNvGrpSpPr/>
            <p:nvPr/>
          </p:nvGrpSpPr>
          <p:grpSpPr>
            <a:xfrm>
              <a:off x="1320506" y="4557062"/>
              <a:ext cx="1987403" cy="704953"/>
              <a:chOff x="1329650" y="4529630"/>
              <a:chExt cx="1987403" cy="704953"/>
            </a:xfrm>
          </p:grpSpPr>
          <p:grpSp>
            <p:nvGrpSpPr>
              <p:cNvPr id="338" name="群組 337">
                <a:extLst>
                  <a:ext uri="{FF2B5EF4-FFF2-40B4-BE49-F238E27FC236}">
                    <a16:creationId xmlns:a16="http://schemas.microsoft.com/office/drawing/2014/main" id="{B465A71B-FBA5-281B-A27D-EF37466448A4}"/>
                  </a:ext>
                </a:extLst>
              </p:cNvPr>
              <p:cNvGrpSpPr/>
              <p:nvPr/>
            </p:nvGrpSpPr>
            <p:grpSpPr>
              <a:xfrm>
                <a:off x="2024417" y="4529630"/>
                <a:ext cx="1292636" cy="677686"/>
                <a:chOff x="8066727" y="2162559"/>
                <a:chExt cx="1292636" cy="677686"/>
              </a:xfrm>
            </p:grpSpPr>
            <p:sp>
              <p:nvSpPr>
                <p:cNvPr id="274" name="橢圓 273">
                  <a:extLst>
                    <a:ext uri="{FF2B5EF4-FFF2-40B4-BE49-F238E27FC236}">
                      <a16:creationId xmlns:a16="http://schemas.microsoft.com/office/drawing/2014/main" id="{19BC6A25-FAD8-7487-89B8-CEFE78A7C3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68567" y="225037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76" name="橢圓 275">
                  <a:extLst>
                    <a:ext uri="{FF2B5EF4-FFF2-40B4-BE49-F238E27FC236}">
                      <a16:creationId xmlns:a16="http://schemas.microsoft.com/office/drawing/2014/main" id="{68F6124C-7DD4-67F0-F88B-638B285B84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66727" y="2634606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77" name="橢圓 276">
                  <a:extLst>
                    <a:ext uri="{FF2B5EF4-FFF2-40B4-BE49-F238E27FC236}">
                      <a16:creationId xmlns:a16="http://schemas.microsoft.com/office/drawing/2014/main" id="{488B210E-B0DE-B6AE-7DF6-B04170C4C5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15333" y="2250886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78" name="橢圓 277">
                  <a:extLst>
                    <a:ext uri="{FF2B5EF4-FFF2-40B4-BE49-F238E27FC236}">
                      <a16:creationId xmlns:a16="http://schemas.microsoft.com/office/drawing/2014/main" id="{EC44DDEA-0AF0-03D1-99EB-B57D0C60D7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15333" y="2634606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79" name="橢圓 278">
                  <a:extLst>
                    <a:ext uri="{FF2B5EF4-FFF2-40B4-BE49-F238E27FC236}">
                      <a16:creationId xmlns:a16="http://schemas.microsoft.com/office/drawing/2014/main" id="{B6AD3022-913C-051E-7F49-0181BECA52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179363" y="225037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80" name="橢圓 279">
                  <a:extLst>
                    <a:ext uri="{FF2B5EF4-FFF2-40B4-BE49-F238E27FC236}">
                      <a16:creationId xmlns:a16="http://schemas.microsoft.com/office/drawing/2014/main" id="{A4F8EA91-040F-110C-88DE-B12341B538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179363" y="2634606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81" name="橢圓 280">
                  <a:extLst>
                    <a:ext uri="{FF2B5EF4-FFF2-40B4-BE49-F238E27FC236}">
                      <a16:creationId xmlns:a16="http://schemas.microsoft.com/office/drawing/2014/main" id="{7431B36F-2CB6-CEE8-E943-3EADC64846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66550" y="225037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282" name="橢圓 281">
                  <a:extLst>
                    <a:ext uri="{FF2B5EF4-FFF2-40B4-BE49-F238E27FC236}">
                      <a16:creationId xmlns:a16="http://schemas.microsoft.com/office/drawing/2014/main" id="{65ACB05B-4013-BF1D-B5E3-4FF7CE4781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66550" y="2634091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cxnSp>
              <p:nvCxnSpPr>
                <p:cNvPr id="284" name="直線接點 283">
                  <a:extLst>
                    <a:ext uri="{FF2B5EF4-FFF2-40B4-BE49-F238E27FC236}">
                      <a16:creationId xmlns:a16="http://schemas.microsoft.com/office/drawing/2014/main" id="{762B56D2-FF83-E8C9-AA51-BFB7CCFBE2D5}"/>
                    </a:ext>
                  </a:extLst>
                </p:cNvPr>
                <p:cNvCxnSpPr>
                  <a:cxnSpLocks/>
                  <a:stCxn id="274" idx="4"/>
                  <a:endCxn id="276" idx="0"/>
                </p:cNvCxnSpPr>
                <p:nvPr/>
              </p:nvCxnSpPr>
              <p:spPr>
                <a:xfrm flipH="1">
                  <a:off x="8156727" y="2430371"/>
                  <a:ext cx="1840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線接點 286">
                  <a:extLst>
                    <a:ext uri="{FF2B5EF4-FFF2-40B4-BE49-F238E27FC236}">
                      <a16:creationId xmlns:a16="http://schemas.microsoft.com/office/drawing/2014/main" id="{C101346C-A5E2-CFCA-C749-6220CC38546F}"/>
                    </a:ext>
                  </a:extLst>
                </p:cNvPr>
                <p:cNvCxnSpPr>
                  <a:cxnSpLocks/>
                  <a:stCxn id="274" idx="4"/>
                  <a:endCxn id="278" idx="0"/>
                </p:cNvCxnSpPr>
                <p:nvPr/>
              </p:nvCxnSpPr>
              <p:spPr>
                <a:xfrm>
                  <a:off x="8158567" y="2430371"/>
                  <a:ext cx="246766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直線接點 289">
                  <a:extLst>
                    <a:ext uri="{FF2B5EF4-FFF2-40B4-BE49-F238E27FC236}">
                      <a16:creationId xmlns:a16="http://schemas.microsoft.com/office/drawing/2014/main" id="{E2816116-5F72-14EE-8A92-1A78F324E1C9}"/>
                    </a:ext>
                  </a:extLst>
                </p:cNvPr>
                <p:cNvCxnSpPr>
                  <a:cxnSpLocks/>
                  <a:stCxn id="277" idx="4"/>
                  <a:endCxn id="276" idx="0"/>
                </p:cNvCxnSpPr>
                <p:nvPr/>
              </p:nvCxnSpPr>
              <p:spPr>
                <a:xfrm flipH="1">
                  <a:off x="8156727" y="2430886"/>
                  <a:ext cx="248606" cy="203720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線接點 292">
                  <a:extLst>
                    <a:ext uri="{FF2B5EF4-FFF2-40B4-BE49-F238E27FC236}">
                      <a16:creationId xmlns:a16="http://schemas.microsoft.com/office/drawing/2014/main" id="{328BD393-835A-27FB-BB28-F83B0D3F4BD6}"/>
                    </a:ext>
                  </a:extLst>
                </p:cNvPr>
                <p:cNvCxnSpPr>
                  <a:cxnSpLocks/>
                  <a:stCxn id="277" idx="4"/>
                  <a:endCxn id="278" idx="0"/>
                </p:cNvCxnSpPr>
                <p:nvPr/>
              </p:nvCxnSpPr>
              <p:spPr>
                <a:xfrm>
                  <a:off x="8405333" y="2430886"/>
                  <a:ext cx="0" cy="203720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線接點 295">
                  <a:extLst>
                    <a:ext uri="{FF2B5EF4-FFF2-40B4-BE49-F238E27FC236}">
                      <a16:creationId xmlns:a16="http://schemas.microsoft.com/office/drawing/2014/main" id="{DB5D2E95-A3E8-2166-6B2B-84734F3DFCD9}"/>
                    </a:ext>
                  </a:extLst>
                </p:cNvPr>
                <p:cNvCxnSpPr>
                  <a:cxnSpLocks/>
                  <a:stCxn id="281" idx="4"/>
                  <a:endCxn id="282" idx="0"/>
                </p:cNvCxnSpPr>
                <p:nvPr/>
              </p:nvCxnSpPr>
              <p:spPr>
                <a:xfrm>
                  <a:off x="8656550" y="2430371"/>
                  <a:ext cx="0" cy="203720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線接點 298">
                  <a:extLst>
                    <a:ext uri="{FF2B5EF4-FFF2-40B4-BE49-F238E27FC236}">
                      <a16:creationId xmlns:a16="http://schemas.microsoft.com/office/drawing/2014/main" id="{ADD97F2B-CA96-3508-6562-FDE89257BA5F}"/>
                    </a:ext>
                  </a:extLst>
                </p:cNvPr>
                <p:cNvCxnSpPr>
                  <a:cxnSpLocks/>
                  <a:stCxn id="277" idx="4"/>
                  <a:endCxn id="282" idx="0"/>
                </p:cNvCxnSpPr>
                <p:nvPr/>
              </p:nvCxnSpPr>
              <p:spPr>
                <a:xfrm>
                  <a:off x="8405333" y="2430886"/>
                  <a:ext cx="251217" cy="20320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線接點 301">
                  <a:extLst>
                    <a:ext uri="{FF2B5EF4-FFF2-40B4-BE49-F238E27FC236}">
                      <a16:creationId xmlns:a16="http://schemas.microsoft.com/office/drawing/2014/main" id="{43AADD12-7099-FA51-E8FF-F90284D9AC83}"/>
                    </a:ext>
                  </a:extLst>
                </p:cNvPr>
                <p:cNvCxnSpPr>
                  <a:cxnSpLocks/>
                  <a:stCxn id="281" idx="4"/>
                  <a:endCxn id="280" idx="0"/>
                </p:cNvCxnSpPr>
                <p:nvPr/>
              </p:nvCxnSpPr>
              <p:spPr>
                <a:xfrm>
                  <a:off x="8656550" y="2430371"/>
                  <a:ext cx="612813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5" name="文字方塊 304">
                  <a:extLst>
                    <a:ext uri="{FF2B5EF4-FFF2-40B4-BE49-F238E27FC236}">
                      <a16:creationId xmlns:a16="http://schemas.microsoft.com/office/drawing/2014/main" id="{351EC185-8816-952E-6082-716155CE6D27}"/>
                    </a:ext>
                  </a:extLst>
                </p:cNvPr>
                <p:cNvSpPr txBox="1"/>
                <p:nvPr/>
              </p:nvSpPr>
              <p:spPr>
                <a:xfrm>
                  <a:off x="8714648" y="2162559"/>
                  <a:ext cx="5124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TW" sz="1200" dirty="0">
                      <a:solidFill>
                        <a:schemeClr val="bg2">
                          <a:lumMod val="75000"/>
                        </a:schemeClr>
                      </a:solidFill>
                      <a:cs typeface="Times New Roman" panose="02020603050405020304" pitchFamily="18" charset="0"/>
                    </a:rPr>
                    <a:t>. . .  </a:t>
                  </a:r>
                  <a:endParaRPr kumimoji="1" lang="zh-TW" altLang="en-US" sz="1200">
                    <a:solidFill>
                      <a:schemeClr val="bg2">
                        <a:lumMod val="75000"/>
                      </a:schemeClr>
                    </a:solidFill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6" name="文字方塊 305">
                  <a:extLst>
                    <a:ext uri="{FF2B5EF4-FFF2-40B4-BE49-F238E27FC236}">
                      <a16:creationId xmlns:a16="http://schemas.microsoft.com/office/drawing/2014/main" id="{AC02CB82-BD29-FC59-6617-9AED12C220C6}"/>
                    </a:ext>
                  </a:extLst>
                </p:cNvPr>
                <p:cNvSpPr txBox="1"/>
                <p:nvPr/>
              </p:nvSpPr>
              <p:spPr>
                <a:xfrm>
                  <a:off x="8725281" y="2563246"/>
                  <a:ext cx="5124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TW" sz="1200" dirty="0">
                      <a:solidFill>
                        <a:schemeClr val="bg2">
                          <a:lumMod val="75000"/>
                        </a:schemeClr>
                      </a:solidFill>
                      <a:cs typeface="Times New Roman" panose="02020603050405020304" pitchFamily="18" charset="0"/>
                    </a:rPr>
                    <a:t>. . .  </a:t>
                  </a:r>
                  <a:endParaRPr kumimoji="1" lang="zh-TW" altLang="en-US" sz="1200" dirty="0">
                    <a:solidFill>
                      <a:schemeClr val="bg2">
                        <a:lumMod val="75000"/>
                      </a:schemeClr>
                    </a:solidFill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07" name="直線接點 306">
                  <a:extLst>
                    <a:ext uri="{FF2B5EF4-FFF2-40B4-BE49-F238E27FC236}">
                      <a16:creationId xmlns:a16="http://schemas.microsoft.com/office/drawing/2014/main" id="{B266201D-6006-29D3-1D20-A4107579F706}"/>
                    </a:ext>
                  </a:extLst>
                </p:cNvPr>
                <p:cNvCxnSpPr>
                  <a:cxnSpLocks/>
                  <a:stCxn id="279" idx="4"/>
                  <a:endCxn id="280" idx="0"/>
                </p:cNvCxnSpPr>
                <p:nvPr/>
              </p:nvCxnSpPr>
              <p:spPr>
                <a:xfrm>
                  <a:off x="9269363" y="2430371"/>
                  <a:ext cx="0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線接點 309">
                  <a:extLst>
                    <a:ext uri="{FF2B5EF4-FFF2-40B4-BE49-F238E27FC236}">
                      <a16:creationId xmlns:a16="http://schemas.microsoft.com/office/drawing/2014/main" id="{9E40CEEA-EB25-D0F0-E912-DAB62C11963A}"/>
                    </a:ext>
                  </a:extLst>
                </p:cNvPr>
                <p:cNvCxnSpPr>
                  <a:cxnSpLocks/>
                  <a:stCxn id="279" idx="4"/>
                  <a:endCxn id="282" idx="0"/>
                </p:cNvCxnSpPr>
                <p:nvPr/>
              </p:nvCxnSpPr>
              <p:spPr>
                <a:xfrm flipH="1">
                  <a:off x="8656550" y="2430371"/>
                  <a:ext cx="612813" cy="203720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線接點 313">
                  <a:extLst>
                    <a:ext uri="{FF2B5EF4-FFF2-40B4-BE49-F238E27FC236}">
                      <a16:creationId xmlns:a16="http://schemas.microsoft.com/office/drawing/2014/main" id="{56B3129D-4806-700F-44BD-E60DCD7007F1}"/>
                    </a:ext>
                  </a:extLst>
                </p:cNvPr>
                <p:cNvCxnSpPr>
                  <a:cxnSpLocks/>
                  <a:stCxn id="281" idx="4"/>
                  <a:endCxn id="278" idx="0"/>
                </p:cNvCxnSpPr>
                <p:nvPr/>
              </p:nvCxnSpPr>
              <p:spPr>
                <a:xfrm flipH="1">
                  <a:off x="8405333" y="2430371"/>
                  <a:ext cx="251217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線接點 316">
                  <a:extLst>
                    <a:ext uri="{FF2B5EF4-FFF2-40B4-BE49-F238E27FC236}">
                      <a16:creationId xmlns:a16="http://schemas.microsoft.com/office/drawing/2014/main" id="{61691722-2150-34E0-F0F9-FC09B8F9F301}"/>
                    </a:ext>
                  </a:extLst>
                </p:cNvPr>
                <p:cNvCxnSpPr>
                  <a:cxnSpLocks/>
                  <a:stCxn id="274" idx="4"/>
                  <a:endCxn id="282" idx="0"/>
                </p:cNvCxnSpPr>
                <p:nvPr/>
              </p:nvCxnSpPr>
              <p:spPr>
                <a:xfrm>
                  <a:off x="8158567" y="2430371"/>
                  <a:ext cx="497983" cy="203720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線接點 319">
                  <a:extLst>
                    <a:ext uri="{FF2B5EF4-FFF2-40B4-BE49-F238E27FC236}">
                      <a16:creationId xmlns:a16="http://schemas.microsoft.com/office/drawing/2014/main" id="{9BA77315-3772-8B77-0749-AF6BDDEC253D}"/>
                    </a:ext>
                  </a:extLst>
                </p:cNvPr>
                <p:cNvCxnSpPr>
                  <a:cxnSpLocks/>
                  <a:stCxn id="281" idx="4"/>
                  <a:endCxn id="276" idx="0"/>
                </p:cNvCxnSpPr>
                <p:nvPr/>
              </p:nvCxnSpPr>
              <p:spPr>
                <a:xfrm flipH="1">
                  <a:off x="8156727" y="2430371"/>
                  <a:ext cx="499823" cy="204235"/>
                </a:xfrm>
                <a:prstGeom prst="line">
                  <a:avLst/>
                </a:prstGeom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6" name="文字方塊 435">
                <a:extLst>
                  <a:ext uri="{FF2B5EF4-FFF2-40B4-BE49-F238E27FC236}">
                    <a16:creationId xmlns:a16="http://schemas.microsoft.com/office/drawing/2014/main" id="{12F098BC-4654-3E18-AA22-69304A5FDE18}"/>
                  </a:ext>
                </a:extLst>
              </p:cNvPr>
              <p:cNvSpPr txBox="1"/>
              <p:nvPr/>
            </p:nvSpPr>
            <p:spPr>
              <a:xfrm>
                <a:off x="1329650" y="4567898"/>
                <a:ext cx="7502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200" dirty="0">
                    <a:cs typeface="Times New Roman" panose="02020603050405020304" pitchFamily="18" charset="0"/>
                  </a:rPr>
                  <a:t>Layer 1</a:t>
                </a:r>
                <a:endParaRPr kumimoji="1" lang="zh-TW" altLang="en-US" sz="12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37" name="文字方塊 436">
                <a:extLst>
                  <a:ext uri="{FF2B5EF4-FFF2-40B4-BE49-F238E27FC236}">
                    <a16:creationId xmlns:a16="http://schemas.microsoft.com/office/drawing/2014/main" id="{4DD58A54-E0CD-F1FA-250B-5C4D9A5AD9B1}"/>
                  </a:ext>
                </a:extLst>
              </p:cNvPr>
              <p:cNvSpPr txBox="1"/>
              <p:nvPr/>
            </p:nvSpPr>
            <p:spPr>
              <a:xfrm>
                <a:off x="1334477" y="4957584"/>
                <a:ext cx="7502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200" dirty="0">
                    <a:cs typeface="Times New Roman" panose="02020603050405020304" pitchFamily="18" charset="0"/>
                  </a:rPr>
                  <a:t>Layer 0</a:t>
                </a:r>
                <a:endParaRPr kumimoji="1" lang="zh-TW" altLang="en-US" sz="1200" dirty="0"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42" name="直線箭頭接點 441">
            <a:extLst>
              <a:ext uri="{FF2B5EF4-FFF2-40B4-BE49-F238E27FC236}">
                <a16:creationId xmlns:a16="http://schemas.microsoft.com/office/drawing/2014/main" id="{1B8DD010-A417-DE30-A240-C9087C4EB3EE}"/>
              </a:ext>
            </a:extLst>
          </p:cNvPr>
          <p:cNvCxnSpPr>
            <a:cxnSpLocks/>
          </p:cNvCxnSpPr>
          <p:nvPr/>
        </p:nvCxnSpPr>
        <p:spPr>
          <a:xfrm>
            <a:off x="10027499" y="2210364"/>
            <a:ext cx="0" cy="216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3" name="文字方塊 442">
            <a:extLst>
              <a:ext uri="{FF2B5EF4-FFF2-40B4-BE49-F238E27FC236}">
                <a16:creationId xmlns:a16="http://schemas.microsoft.com/office/drawing/2014/main" id="{EBF05C31-481F-1F44-C3F1-0CF0D9020A85}"/>
              </a:ext>
            </a:extLst>
          </p:cNvPr>
          <p:cNvSpPr txBox="1"/>
          <p:nvPr/>
        </p:nvSpPr>
        <p:spPr>
          <a:xfrm>
            <a:off x="7845552" y="6355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1F77391-7571-8ACE-D319-DE88557A5154}"/>
                  </a:ext>
                </a:extLst>
              </p:cNvPr>
              <p:cNvSpPr txBox="1"/>
              <p:nvPr/>
            </p:nvSpPr>
            <p:spPr>
              <a:xfrm>
                <a:off x="6366439" y="2173522"/>
                <a:ext cx="1385436" cy="348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-US" altLang="zh-TW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kumimoji="1" lang="en" altLang="zh-TW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kumimoji="1" lang="en" altLang="zh-TW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60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kumimoji="1" lang="en-US" altLang="zh-TW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kumimoji="1" lang="en-US" altLang="zh-TW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TW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" altLang="zh-TW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kumimoji="1" lang="en-US" altLang="zh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TW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kumimoji="1" lang="en-US" altLang="zh-TW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kumimoji="1" lang="zh-TW" altLang="en-US" sz="16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1F77391-7571-8ACE-D319-DE88557A5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39" y="2173522"/>
                <a:ext cx="1385436" cy="3484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文字方塊 324">
                <a:extLst>
                  <a:ext uri="{FF2B5EF4-FFF2-40B4-BE49-F238E27FC236}">
                    <a16:creationId xmlns:a16="http://schemas.microsoft.com/office/drawing/2014/main" id="{849D84F8-B694-0791-F939-25511B9614A7}"/>
                  </a:ext>
                </a:extLst>
              </p:cNvPr>
              <p:cNvSpPr txBox="1"/>
              <p:nvPr/>
            </p:nvSpPr>
            <p:spPr>
              <a:xfrm>
                <a:off x="6828374" y="2588240"/>
                <a:ext cx="1186928" cy="400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TW" sz="1600" dirty="0">
                    <a:solidFill>
                      <a:schemeClr val="accent1"/>
                    </a:solidFill>
                  </a:rPr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zh-TW" sz="1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zh-TW" sz="16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kumimoji="1" lang="en-US" altLang="zh-TW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kumimoji="1" lang="en-US" altLang="zh-TW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l-GR" altLang="zh-TW" sz="160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kumimoji="1" lang="en-US" altLang="zh-TW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kumimoji="1" lang="en-US" altLang="zh-TW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bSup>
                  </m:oMath>
                </a14:m>
                <a:endParaRPr kumimoji="1" lang="zh-TW" altLang="en-US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25" name="文字方塊 324">
                <a:extLst>
                  <a:ext uri="{FF2B5EF4-FFF2-40B4-BE49-F238E27FC236}">
                    <a16:creationId xmlns:a16="http://schemas.microsoft.com/office/drawing/2014/main" id="{849D84F8-B694-0791-F939-25511B961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374" y="2588240"/>
                <a:ext cx="1186928" cy="400494"/>
              </a:xfrm>
              <a:prstGeom prst="rect">
                <a:avLst/>
              </a:prstGeom>
              <a:blipFill>
                <a:blip r:embed="rId14"/>
                <a:stretch>
                  <a:fillRect l="-2105" b="-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1FDDF550-E17C-763A-2767-4263CB5A95AC}"/>
              </a:ext>
            </a:extLst>
          </p:cNvPr>
          <p:cNvGrpSpPr/>
          <p:nvPr/>
        </p:nvGrpSpPr>
        <p:grpSpPr>
          <a:xfrm>
            <a:off x="6175987" y="3122131"/>
            <a:ext cx="791324" cy="1132377"/>
            <a:chOff x="6276594" y="2844812"/>
            <a:chExt cx="791324" cy="1132377"/>
          </a:xfrm>
        </p:grpSpPr>
        <p:grpSp>
          <p:nvGrpSpPr>
            <p:cNvPr id="393" name="群組 392">
              <a:extLst>
                <a:ext uri="{FF2B5EF4-FFF2-40B4-BE49-F238E27FC236}">
                  <a16:creationId xmlns:a16="http://schemas.microsoft.com/office/drawing/2014/main" id="{B073B853-FF27-F036-2421-679EDFA0B490}"/>
                </a:ext>
              </a:extLst>
            </p:cNvPr>
            <p:cNvGrpSpPr/>
            <p:nvPr/>
          </p:nvGrpSpPr>
          <p:grpSpPr>
            <a:xfrm>
              <a:off x="6711873" y="2897192"/>
              <a:ext cx="356045" cy="1079997"/>
              <a:chOff x="5966202" y="2941830"/>
              <a:chExt cx="356045" cy="1079997"/>
            </a:xfrm>
          </p:grpSpPr>
          <p:sp>
            <p:nvSpPr>
              <p:cNvPr id="340" name="矩形 339">
                <a:extLst>
                  <a:ext uri="{FF2B5EF4-FFF2-40B4-BE49-F238E27FC236}">
                    <a16:creationId xmlns:a16="http://schemas.microsoft.com/office/drawing/2014/main" id="{84D562E5-613D-13B5-6EA6-CEC979AF53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66202" y="2941830"/>
                <a:ext cx="292636" cy="1079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400"/>
              </a:p>
            </p:txBody>
          </p:sp>
          <p:cxnSp>
            <p:nvCxnSpPr>
              <p:cNvPr id="384" name="直線接點 383">
                <a:extLst>
                  <a:ext uri="{FF2B5EF4-FFF2-40B4-BE49-F238E27FC236}">
                    <a16:creationId xmlns:a16="http://schemas.microsoft.com/office/drawing/2014/main" id="{BFFA4E3D-275A-0006-9A95-C8287051695B}"/>
                  </a:ext>
                </a:extLst>
              </p:cNvPr>
              <p:cNvCxnSpPr/>
              <p:nvPr/>
            </p:nvCxnSpPr>
            <p:spPr>
              <a:xfrm>
                <a:off x="5966202" y="3037920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線接點 385">
                <a:extLst>
                  <a:ext uri="{FF2B5EF4-FFF2-40B4-BE49-F238E27FC236}">
                    <a16:creationId xmlns:a16="http://schemas.microsoft.com/office/drawing/2014/main" id="{2692A761-1A6D-E30D-05DC-AE010F62B160}"/>
                  </a:ext>
                </a:extLst>
              </p:cNvPr>
              <p:cNvCxnSpPr/>
              <p:nvPr/>
            </p:nvCxnSpPr>
            <p:spPr>
              <a:xfrm>
                <a:off x="5966202" y="3133794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線接點 386">
                <a:extLst>
                  <a:ext uri="{FF2B5EF4-FFF2-40B4-BE49-F238E27FC236}">
                    <a16:creationId xmlns:a16="http://schemas.microsoft.com/office/drawing/2014/main" id="{FA1C758A-131E-C83E-CC90-F6B743C052BB}"/>
                  </a:ext>
                </a:extLst>
              </p:cNvPr>
              <p:cNvCxnSpPr/>
              <p:nvPr/>
            </p:nvCxnSpPr>
            <p:spPr>
              <a:xfrm>
                <a:off x="5966202" y="3941828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線接點 387">
                <a:extLst>
                  <a:ext uri="{FF2B5EF4-FFF2-40B4-BE49-F238E27FC236}">
                    <a16:creationId xmlns:a16="http://schemas.microsoft.com/office/drawing/2014/main" id="{B83FBA1B-0A7A-3F73-40D6-22273685CFEB}"/>
                  </a:ext>
                </a:extLst>
              </p:cNvPr>
              <p:cNvCxnSpPr/>
              <p:nvPr/>
            </p:nvCxnSpPr>
            <p:spPr>
              <a:xfrm>
                <a:off x="5966202" y="3860502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線接點 388">
                <a:extLst>
                  <a:ext uri="{FF2B5EF4-FFF2-40B4-BE49-F238E27FC236}">
                    <a16:creationId xmlns:a16="http://schemas.microsoft.com/office/drawing/2014/main" id="{562448DD-1B2C-C10E-C0D9-52CCE7BD1688}"/>
                  </a:ext>
                </a:extLst>
              </p:cNvPr>
              <p:cNvCxnSpPr/>
              <p:nvPr/>
            </p:nvCxnSpPr>
            <p:spPr>
              <a:xfrm>
                <a:off x="5966202" y="3227894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線接點 389">
                <a:extLst>
                  <a:ext uri="{FF2B5EF4-FFF2-40B4-BE49-F238E27FC236}">
                    <a16:creationId xmlns:a16="http://schemas.microsoft.com/office/drawing/2014/main" id="{23FA2801-115C-2110-9284-DABAA5F029D9}"/>
                  </a:ext>
                </a:extLst>
              </p:cNvPr>
              <p:cNvCxnSpPr/>
              <p:nvPr/>
            </p:nvCxnSpPr>
            <p:spPr>
              <a:xfrm>
                <a:off x="5966202" y="3321994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線接點 390">
                <a:extLst>
                  <a:ext uri="{FF2B5EF4-FFF2-40B4-BE49-F238E27FC236}">
                    <a16:creationId xmlns:a16="http://schemas.microsoft.com/office/drawing/2014/main" id="{EEDCA1AF-6699-D8DF-0EBA-D7C75E907974}"/>
                  </a:ext>
                </a:extLst>
              </p:cNvPr>
              <p:cNvCxnSpPr/>
              <p:nvPr/>
            </p:nvCxnSpPr>
            <p:spPr>
              <a:xfrm>
                <a:off x="5966202" y="3416968"/>
                <a:ext cx="292636" cy="0"/>
              </a:xfrm>
              <a:prstGeom prst="line">
                <a:avLst/>
              </a:prstGeom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文字方塊 391">
                <a:extLst>
                  <a:ext uri="{FF2B5EF4-FFF2-40B4-BE49-F238E27FC236}">
                    <a16:creationId xmlns:a16="http://schemas.microsoft.com/office/drawing/2014/main" id="{1F6FEF84-FC6F-8FC4-3219-F85A89DF420A}"/>
                  </a:ext>
                </a:extLst>
              </p:cNvPr>
              <p:cNvSpPr txBox="1"/>
              <p:nvPr/>
            </p:nvSpPr>
            <p:spPr>
              <a:xfrm rot="5400000">
                <a:off x="5896731" y="3475346"/>
                <a:ext cx="5124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600" dirty="0">
                    <a:solidFill>
                      <a:schemeClr val="bg2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. . .  </a:t>
                </a:r>
                <a:endParaRPr kumimoji="1" lang="zh-TW" altLang="en-US" sz="1600" dirty="0">
                  <a:solidFill>
                    <a:schemeClr val="bg2">
                      <a:lumMod val="75000"/>
                    </a:schemeClr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DC133A4F-F000-21F8-551A-196532269488}"/>
                </a:ext>
              </a:extLst>
            </p:cNvPr>
            <p:cNvSpPr txBox="1"/>
            <p:nvPr/>
          </p:nvSpPr>
          <p:spPr>
            <a:xfrm>
              <a:off x="6276594" y="3234266"/>
              <a:ext cx="482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|𝐼|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3EF284D3-FD10-04BB-DA61-A255BD761212}"/>
                </a:ext>
              </a:extLst>
            </p:cNvPr>
            <p:cNvCxnSpPr/>
            <p:nvPr/>
          </p:nvCxnSpPr>
          <p:spPr>
            <a:xfrm>
              <a:off x="6712909" y="2844812"/>
              <a:ext cx="2916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向右箭號 1">
            <a:extLst>
              <a:ext uri="{FF2B5EF4-FFF2-40B4-BE49-F238E27FC236}">
                <a16:creationId xmlns:a16="http://schemas.microsoft.com/office/drawing/2014/main" id="{03CFE209-AFB0-7AF0-F7EE-E13F9DA9CA4D}"/>
              </a:ext>
            </a:extLst>
          </p:cNvPr>
          <p:cNvSpPr/>
          <p:nvPr/>
        </p:nvSpPr>
        <p:spPr>
          <a:xfrm>
            <a:off x="2285804" y="2530362"/>
            <a:ext cx="396000" cy="183600"/>
          </a:xfrm>
          <a:prstGeom prst="rightArrow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向右箭號 3">
            <a:extLst>
              <a:ext uri="{FF2B5EF4-FFF2-40B4-BE49-F238E27FC236}">
                <a16:creationId xmlns:a16="http://schemas.microsoft.com/office/drawing/2014/main" id="{E7935C5F-F296-9832-056A-58A1286509C5}"/>
              </a:ext>
            </a:extLst>
          </p:cNvPr>
          <p:cNvSpPr/>
          <p:nvPr/>
        </p:nvSpPr>
        <p:spPr>
          <a:xfrm>
            <a:off x="4789162" y="2530362"/>
            <a:ext cx="396000" cy="183600"/>
          </a:xfrm>
          <a:prstGeom prst="rightArrow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338832B4-D5CE-8C5B-3FAC-12764ED3E6E8}"/>
              </a:ext>
            </a:extLst>
          </p:cNvPr>
          <p:cNvSpPr/>
          <p:nvPr/>
        </p:nvSpPr>
        <p:spPr>
          <a:xfrm>
            <a:off x="8274260" y="2530362"/>
            <a:ext cx="396000" cy="183600"/>
          </a:xfrm>
          <a:prstGeom prst="rightArrow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880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62203C2A-E7A7-5B7E-7136-CB580403A4B3}"/>
              </a:ext>
            </a:extLst>
          </p:cNvPr>
          <p:cNvGrpSpPr/>
          <p:nvPr/>
        </p:nvGrpSpPr>
        <p:grpSpPr>
          <a:xfrm>
            <a:off x="1019991" y="2397895"/>
            <a:ext cx="1066831" cy="515139"/>
            <a:chOff x="5319042" y="1335222"/>
            <a:chExt cx="1066831" cy="515139"/>
          </a:xfrm>
          <a:solidFill>
            <a:srgbClr val="BBEF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7EBF2CF-FC5A-339A-7B35-F0A1CE8D0B3C}"/>
                    </a:ext>
                  </a:extLst>
                </p:cNvPr>
                <p:cNvSpPr txBox="1"/>
                <p:nvPr/>
              </p:nvSpPr>
              <p:spPr>
                <a:xfrm>
                  <a:off x="5327635" y="1335222"/>
                  <a:ext cx="1058238" cy="2995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𝑔𝑙𝑜</m:t>
                          </m:r>
                        </m:sub>
                      </m:sSub>
                    </m:oMath>
                  </a14:m>
                  <a:r>
                    <a:rPr kumimoji="1" lang="en-US" altLang="zh-TW" b="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7EBF2CF-FC5A-339A-7B35-F0A1CE8D0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7635" y="1335222"/>
                  <a:ext cx="1058238" cy="299569"/>
                </a:xfrm>
                <a:prstGeom prst="rect">
                  <a:avLst/>
                </a:prstGeom>
                <a:blipFill>
                  <a:blip r:embed="rId2"/>
                  <a:stretch>
                    <a:fillRect l="-5952" b="-2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39CFA403-60C4-748B-821F-8D20BC85003B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5BC6EB5-CB6A-8097-186C-CA0992C272A0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0F3F1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2928F4E7-CCC4-810C-BAAC-66237564F9B9}"/>
                  </a:ext>
                </a:extLst>
              </p:cNvPr>
              <p:cNvCxnSpPr>
                <a:cxnSpLocks/>
                <a:stCxn id="14" idx="0"/>
                <a:endCxn id="14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43E8D85B-6D58-A3A2-AC16-8589538F8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24FE315B-FF7E-8DDB-7C32-C700758C25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347C3FB-59EF-0231-B694-BC20C28CCAC6}"/>
              </a:ext>
            </a:extLst>
          </p:cNvPr>
          <p:cNvGrpSpPr/>
          <p:nvPr/>
        </p:nvGrpSpPr>
        <p:grpSpPr>
          <a:xfrm>
            <a:off x="1019991" y="1692539"/>
            <a:ext cx="720000" cy="488234"/>
            <a:chOff x="5319042" y="1362127"/>
            <a:chExt cx="720000" cy="4882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6FFB9CEF-E083-BF21-52E1-088D8F44BA75}"/>
                    </a:ext>
                  </a:extLst>
                </p:cNvPr>
                <p:cNvSpPr txBox="1"/>
                <p:nvPr/>
              </p:nvSpPr>
              <p:spPr>
                <a:xfrm>
                  <a:off x="5319042" y="1362127"/>
                  <a:ext cx="34342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b="0" dirty="0"/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6FFB9CEF-E083-BF21-52E1-088D8F44B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042" y="1362127"/>
                  <a:ext cx="3434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7857" r="-21429" b="-130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6055BCED-537E-7C10-9204-62F16C1D68C4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1D883FF-A98A-1F5B-C8C3-75736370FFFE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9EBF8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D5BC615E-3C62-53C4-451A-AE6F580FB662}"/>
                  </a:ext>
                </a:extLst>
              </p:cNvPr>
              <p:cNvCxnSpPr>
                <a:cxnSpLocks/>
                <a:stCxn id="7" idx="0"/>
                <a:endCxn id="7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544F7C30-4D5B-0DB9-9242-BD306A55DE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CA58C814-1218-95EE-7FA6-747C5534FA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6CD1794-6960-A1C0-58BC-A021015AE6C7}"/>
              </a:ext>
            </a:extLst>
          </p:cNvPr>
          <p:cNvSpPr txBox="1"/>
          <p:nvPr/>
        </p:nvSpPr>
        <p:spPr>
          <a:xfrm>
            <a:off x="33116" y="2646180"/>
            <a:ext cx="979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bg2">
                    <a:lumMod val="75000"/>
                  </a:schemeClr>
                </a:solidFill>
                <a:cs typeface="Times New Roman" panose="02020603050405020304" pitchFamily="18" charset="0"/>
              </a:rPr>
              <a:t>Lookup</a:t>
            </a:r>
            <a:endParaRPr kumimoji="1" lang="zh-TW" altLang="en-US" sz="1600" dirty="0">
              <a:solidFill>
                <a:schemeClr val="bg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578661C-B8D4-9447-FFE6-991A9E8CF6ED}"/>
              </a:ext>
            </a:extLst>
          </p:cNvPr>
          <p:cNvSpPr txBox="1"/>
          <p:nvPr/>
        </p:nvSpPr>
        <p:spPr>
          <a:xfrm>
            <a:off x="0" y="1929591"/>
            <a:ext cx="1058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bg2">
                    <a:lumMod val="75000"/>
                  </a:schemeClr>
                </a:solidFill>
                <a:cs typeface="Times New Roman" panose="02020603050405020304" pitchFamily="18" charset="0"/>
              </a:rPr>
              <a:t>LightGCN</a:t>
            </a:r>
            <a:endParaRPr kumimoji="1" lang="zh-TW" altLang="en-US" sz="1600" dirty="0">
              <a:solidFill>
                <a:schemeClr val="bg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8E3585D-81D9-214F-436D-3B1D8B8726BD}"/>
              </a:ext>
            </a:extLst>
          </p:cNvPr>
          <p:cNvGrpSpPr/>
          <p:nvPr/>
        </p:nvGrpSpPr>
        <p:grpSpPr>
          <a:xfrm>
            <a:off x="2098938" y="2224627"/>
            <a:ext cx="965596" cy="427725"/>
            <a:chOff x="3692141" y="1705986"/>
            <a:chExt cx="965596" cy="427725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A7DFB563-C3A9-8F94-097A-5AA6A6B9CDE3}"/>
                </a:ext>
              </a:extLst>
            </p:cNvPr>
            <p:cNvSpPr/>
            <p:nvPr/>
          </p:nvSpPr>
          <p:spPr>
            <a:xfrm>
              <a:off x="3789575" y="1705986"/>
              <a:ext cx="765537" cy="427725"/>
            </a:xfrm>
            <a:prstGeom prst="roundRect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35D9E18-0467-6BE8-2A6B-32D263C418AC}"/>
                </a:ext>
              </a:extLst>
            </p:cNvPr>
            <p:cNvSpPr txBox="1"/>
            <p:nvPr/>
          </p:nvSpPr>
          <p:spPr>
            <a:xfrm>
              <a:off x="3692141" y="1746975"/>
              <a:ext cx="9655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 err="1">
                  <a:cs typeface="Times New Roman" panose="02020603050405020304" pitchFamily="18" charset="0"/>
                </a:rPr>
                <a:t>Concat</a:t>
              </a:r>
              <a:endParaRPr kumimoji="1" lang="zh-TW" altLang="en-US" sz="12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FBE177F0-EF0B-0710-2C2A-2E20BE7036B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739991" y="2090876"/>
            <a:ext cx="360000" cy="227135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FD7EEC6E-B025-78A9-7120-47BEFDD0544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739991" y="2596002"/>
            <a:ext cx="360000" cy="227135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469746D3-E016-9EF0-157C-E607FB6EE06F}"/>
              </a:ext>
            </a:extLst>
          </p:cNvPr>
          <p:cNvCxnSpPr>
            <a:cxnSpLocks/>
          </p:cNvCxnSpPr>
          <p:nvPr/>
        </p:nvCxnSpPr>
        <p:spPr>
          <a:xfrm>
            <a:off x="2958881" y="2439472"/>
            <a:ext cx="36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4BB0C373-06C1-CBD7-E316-461AB93EC106}"/>
              </a:ext>
            </a:extLst>
          </p:cNvPr>
          <p:cNvGrpSpPr/>
          <p:nvPr/>
        </p:nvGrpSpPr>
        <p:grpSpPr>
          <a:xfrm>
            <a:off x="3393127" y="2224627"/>
            <a:ext cx="1137777" cy="427725"/>
            <a:chOff x="3551615" y="1705986"/>
            <a:chExt cx="1137777" cy="427725"/>
          </a:xfrm>
        </p:grpSpPr>
        <p:sp>
          <p:nvSpPr>
            <p:cNvPr id="51" name="圓角矩形 50">
              <a:extLst>
                <a:ext uri="{FF2B5EF4-FFF2-40B4-BE49-F238E27FC236}">
                  <a16:creationId xmlns:a16="http://schemas.microsoft.com/office/drawing/2014/main" id="{5423E0A7-E4C9-485D-BB86-819B2FF4DE1F}"/>
                </a:ext>
              </a:extLst>
            </p:cNvPr>
            <p:cNvSpPr/>
            <p:nvPr/>
          </p:nvSpPr>
          <p:spPr>
            <a:xfrm>
              <a:off x="3560673" y="1705986"/>
              <a:ext cx="1101315" cy="42772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98BC0665-742E-2BD2-2A3C-AC93B527D624}"/>
                </a:ext>
              </a:extLst>
            </p:cNvPr>
            <p:cNvSpPr txBox="1"/>
            <p:nvPr/>
          </p:nvSpPr>
          <p:spPr>
            <a:xfrm>
              <a:off x="3551615" y="1754583"/>
              <a:ext cx="11377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Times New Roman" panose="02020603050405020304" pitchFamily="18" charset="0"/>
                </a:rPr>
                <a:t>MLP (tanh)</a:t>
              </a:r>
              <a:endParaRPr kumimoji="1" lang="zh-TW" altLang="en-US" sz="1600" dirty="0">
                <a:cs typeface="Times New Roman" panose="02020603050405020304" pitchFamily="18" charset="0"/>
              </a:endParaRPr>
            </a:p>
          </p:txBody>
        </p:sp>
      </p:grp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D4DACF9E-10AE-879B-1F07-FFF9ACBE8E1F}"/>
              </a:ext>
            </a:extLst>
          </p:cNvPr>
          <p:cNvCxnSpPr>
            <a:cxnSpLocks/>
          </p:cNvCxnSpPr>
          <p:nvPr/>
        </p:nvCxnSpPr>
        <p:spPr>
          <a:xfrm>
            <a:off x="4507364" y="2431215"/>
            <a:ext cx="3564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AC0F84A-1E40-7444-099A-03521B9D97ED}"/>
              </a:ext>
            </a:extLst>
          </p:cNvPr>
          <p:cNvGrpSpPr/>
          <p:nvPr/>
        </p:nvGrpSpPr>
        <p:grpSpPr>
          <a:xfrm>
            <a:off x="4843140" y="2121884"/>
            <a:ext cx="1302174" cy="618769"/>
            <a:chOff x="3668412" y="1791326"/>
            <a:chExt cx="1129549" cy="436759"/>
          </a:xfrm>
        </p:grpSpPr>
        <p:sp>
          <p:nvSpPr>
            <p:cNvPr id="58" name="圓角矩形 57">
              <a:extLst>
                <a:ext uri="{FF2B5EF4-FFF2-40B4-BE49-F238E27FC236}">
                  <a16:creationId xmlns:a16="http://schemas.microsoft.com/office/drawing/2014/main" id="{3991A622-3E25-F7B6-6C20-6230DCA4C04E}"/>
                </a:ext>
              </a:extLst>
            </p:cNvPr>
            <p:cNvSpPr/>
            <p:nvPr/>
          </p:nvSpPr>
          <p:spPr>
            <a:xfrm>
              <a:off x="3748301" y="1791326"/>
              <a:ext cx="941186" cy="43152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3A284CD0-FB40-0EFF-055A-A0AC45D52DA8}"/>
                    </a:ext>
                  </a:extLst>
                </p:cNvPr>
                <p:cNvSpPr txBox="1"/>
                <p:nvPr/>
              </p:nvSpPr>
              <p:spPr>
                <a:xfrm>
                  <a:off x="3668412" y="1815320"/>
                  <a:ext cx="1129549" cy="412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kumimoji="1"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kumimoji="1" lang="en-US" altLang="zh-TW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kumimoji="1" lang="en-US" altLang="zh-TW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kumimoji="1" lang="en-US" altLang="zh-TW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en-US" altLang="zh-TW" sz="1600" dirty="0"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kumimoji="1" lang="en-US" altLang="zh-TW" sz="16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cs typeface="Times New Roman" panose="02020603050405020304" pitchFamily="18" charset="0"/>
                    </a:rPr>
                    <a:t>init b = +5</a:t>
                  </a:r>
                  <a:endParaRPr kumimoji="1" lang="zh-TW" alt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3A284CD0-FB40-0EFF-055A-A0AC45D52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8412" y="1815320"/>
                  <a:ext cx="1129549" cy="412765"/>
                </a:xfrm>
                <a:prstGeom prst="rect">
                  <a:avLst/>
                </a:prstGeom>
                <a:blipFill>
                  <a:blip r:embed="rId4"/>
                  <a:stretch>
                    <a:fillRect b="-1041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1A1050E-26CF-1320-315B-058E95AEE9E4}"/>
                  </a:ext>
                </a:extLst>
              </p:cNvPr>
              <p:cNvSpPr txBox="1"/>
              <p:nvPr/>
            </p:nvSpPr>
            <p:spPr>
              <a:xfrm>
                <a:off x="4584484" y="2769187"/>
                <a:ext cx="1851245" cy="316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200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altLang="zh-TW" sz="1200" i="1" dirty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zh-TW" altLang="en-US" sz="1200" i="1" dirty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zh-TW" altLang="en-US" sz="1200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1200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TW" altLang="en-US" sz="1200" i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(5)≈0.993</m:t>
                      </m:r>
                    </m:oMath>
                  </m:oMathPara>
                </a14:m>
                <a:endParaRPr lang="zh-TW" altLang="en-US" sz="105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1A1050E-26CF-1320-315B-058E95AEE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84" y="2769187"/>
                <a:ext cx="1851245" cy="31669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5903B0A6-4915-CC31-05A8-B9740A919E88}"/>
              </a:ext>
            </a:extLst>
          </p:cNvPr>
          <p:cNvCxnSpPr>
            <a:cxnSpLocks/>
          </p:cNvCxnSpPr>
          <p:nvPr/>
        </p:nvCxnSpPr>
        <p:spPr>
          <a:xfrm>
            <a:off x="6020259" y="2438489"/>
            <a:ext cx="36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766AD5D6-8F47-BE85-99D2-E565649E00CC}"/>
              </a:ext>
            </a:extLst>
          </p:cNvPr>
          <p:cNvSpPr/>
          <p:nvPr/>
        </p:nvSpPr>
        <p:spPr>
          <a:xfrm>
            <a:off x="6462575" y="2258691"/>
            <a:ext cx="359596" cy="3595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AF00473-AAB3-4313-60E4-C5C7C8972B44}"/>
                  </a:ext>
                </a:extLst>
              </p:cNvPr>
              <p:cNvSpPr txBox="1"/>
              <p:nvPr/>
            </p:nvSpPr>
            <p:spPr>
              <a:xfrm>
                <a:off x="6587050" y="2290824"/>
                <a:ext cx="1362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l-GR" altLang="zh-TW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kumimoji="1" lang="en-US" altLang="zh-TW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BAF00473-AAB3-4313-60E4-C5C7C897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050" y="2290824"/>
                <a:ext cx="136255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1537ED36-46DD-560C-2339-2EB9729ED7D8}"/>
              </a:ext>
            </a:extLst>
          </p:cNvPr>
          <p:cNvCxnSpPr>
            <a:cxnSpLocks/>
          </p:cNvCxnSpPr>
          <p:nvPr/>
        </p:nvCxnSpPr>
        <p:spPr>
          <a:xfrm>
            <a:off x="6822171" y="2438489"/>
            <a:ext cx="36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橢圓 68">
            <a:extLst>
              <a:ext uri="{FF2B5EF4-FFF2-40B4-BE49-F238E27FC236}">
                <a16:creationId xmlns:a16="http://schemas.microsoft.com/office/drawing/2014/main" id="{DDA84938-08C6-4679-D022-FA6DC6877827}"/>
              </a:ext>
            </a:extLst>
          </p:cNvPr>
          <p:cNvSpPr/>
          <p:nvPr/>
        </p:nvSpPr>
        <p:spPr>
          <a:xfrm>
            <a:off x="7276537" y="2258691"/>
            <a:ext cx="359596" cy="359596"/>
          </a:xfrm>
          <a:prstGeom prst="ellipse">
            <a:avLst/>
          </a:prstGeom>
          <a:solidFill>
            <a:srgbClr val="FBDDDA"/>
          </a:solidFill>
          <a:ln w="12700">
            <a:solidFill>
              <a:srgbClr val="F8808B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BB0C24C-75B3-03EE-CE36-6060938815D0}"/>
                  </a:ext>
                </a:extLst>
              </p:cNvPr>
              <p:cNvSpPr txBox="1"/>
              <p:nvPr/>
            </p:nvSpPr>
            <p:spPr>
              <a:xfrm>
                <a:off x="7321874" y="2271774"/>
                <a:ext cx="3073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l-GR" altLang="zh-TW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en-US" altLang="zh-TW" sz="2400" b="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BB0C24C-75B3-03EE-CE36-606093881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874" y="2271774"/>
                <a:ext cx="307392" cy="276999"/>
              </a:xfrm>
              <a:prstGeom prst="rect">
                <a:avLst/>
              </a:prstGeom>
              <a:blipFill>
                <a:blip r:embed="rId7"/>
                <a:stretch>
                  <a:fillRect l="-8000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70">
            <a:extLst>
              <a:ext uri="{FF2B5EF4-FFF2-40B4-BE49-F238E27FC236}">
                <a16:creationId xmlns:a16="http://schemas.microsoft.com/office/drawing/2014/main" id="{5DA4536E-2705-6285-363E-BAF3DFC09BA1}"/>
              </a:ext>
            </a:extLst>
          </p:cNvPr>
          <p:cNvGrpSpPr/>
          <p:nvPr/>
        </p:nvGrpSpPr>
        <p:grpSpPr>
          <a:xfrm>
            <a:off x="8228481" y="2438408"/>
            <a:ext cx="1058238" cy="474626"/>
            <a:chOff x="5255990" y="1375735"/>
            <a:chExt cx="1058238" cy="474626"/>
          </a:xfrm>
          <a:solidFill>
            <a:srgbClr val="BBEF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A625EC5D-B5AA-CBFF-2C3D-28863EE554C3}"/>
                    </a:ext>
                  </a:extLst>
                </p:cNvPr>
                <p:cNvSpPr txBox="1"/>
                <p:nvPr/>
              </p:nvSpPr>
              <p:spPr>
                <a:xfrm>
                  <a:off x="5255990" y="1375735"/>
                  <a:ext cx="1058238" cy="266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kumimoji="1"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l-GR" altLang="zh-TW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kumimoji="1" lang="en-US" altLang="zh-TW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sz="1600" b="0" i="1" smtClean="0">
                              <a:latin typeface="Cambria Math" panose="02040503050406030204" pitchFamily="18" charset="0"/>
                            </a:rPr>
                            <m:t>𝑔𝑙𝑜</m:t>
                          </m:r>
                        </m:sub>
                      </m:sSub>
                    </m:oMath>
                  </a14:m>
                  <a:r>
                    <a:rPr kumimoji="1" lang="en-US" altLang="zh-TW" sz="1600" b="0" dirty="0"/>
                    <a:t> </a:t>
                  </a: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A625EC5D-B5AA-CBFF-2C3D-28863EE55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990" y="1375735"/>
                  <a:ext cx="1058238" cy="266227"/>
                </a:xfrm>
                <a:prstGeom prst="rect">
                  <a:avLst/>
                </a:prstGeom>
                <a:blipFill>
                  <a:blip r:embed="rId8"/>
                  <a:stretch>
                    <a:fillRect l="-9524" r="-10714" b="-2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5825B2BD-CA73-9CAB-F18F-61AB5A7E5E4B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57A5D241-B076-AC0B-D67B-7BA0DCB8D44A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1F3F2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8DD02122-4455-3F2E-434F-D9F922C2AF3A}"/>
                  </a:ext>
                </a:extLst>
              </p:cNvPr>
              <p:cNvCxnSpPr>
                <a:cxnSpLocks/>
                <a:stCxn id="74" idx="0"/>
                <a:endCxn id="74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CFA46462-1901-5394-CE18-2C9E4EA12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A59C5FA7-E3AA-0899-BDC2-8DC9FCF897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D0A2E815-C5AC-8006-9905-79023EBBEC2D}"/>
              </a:ext>
            </a:extLst>
          </p:cNvPr>
          <p:cNvGrpSpPr/>
          <p:nvPr/>
        </p:nvGrpSpPr>
        <p:grpSpPr>
          <a:xfrm>
            <a:off x="8291533" y="1698359"/>
            <a:ext cx="720000" cy="482414"/>
            <a:chOff x="5319042" y="1367947"/>
            <a:chExt cx="720000" cy="482414"/>
          </a:xfrm>
          <a:solidFill>
            <a:srgbClr val="D7DCF8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2AFFFA58-A8B7-C313-5155-6E35C0D7BAFB}"/>
                    </a:ext>
                  </a:extLst>
                </p:cNvPr>
                <p:cNvSpPr txBox="1"/>
                <p:nvPr/>
              </p:nvSpPr>
              <p:spPr>
                <a:xfrm>
                  <a:off x="5319042" y="1367947"/>
                  <a:ext cx="34342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kumimoji="1" lang="en-US" altLang="zh-TW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l-GR" altLang="zh-TW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𝑙𝑜𝑐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sz="2400" b="0" dirty="0"/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2AFFFA58-A8B7-C313-5155-6E35C0D7B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042" y="1367947"/>
                  <a:ext cx="34342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4286" r="-96429" b="-130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277F6917-BBE0-CE65-517C-4B13E4708D7D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0D5F7A03-1726-C76F-F303-D582E307CB33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EAEBF8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5F1D12ED-A637-E232-178D-47CD0D8D8773}"/>
                  </a:ext>
                </a:extLst>
              </p:cNvPr>
              <p:cNvCxnSpPr>
                <a:cxnSpLocks/>
                <a:stCxn id="81" idx="0"/>
                <a:endCxn id="81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27F9CE5D-E865-3F9B-3EBB-1BA445A64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FA5DDDE1-34CA-5B01-4C53-11C664490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40C13CD3-7341-EB61-A4B8-F1DC8F0B0767}"/>
              </a:ext>
            </a:extLst>
          </p:cNvPr>
          <p:cNvCxnSpPr>
            <a:cxnSpLocks/>
          </p:cNvCxnSpPr>
          <p:nvPr/>
        </p:nvCxnSpPr>
        <p:spPr>
          <a:xfrm flipV="1">
            <a:off x="7643533" y="2090443"/>
            <a:ext cx="576000" cy="360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1DFC7C53-06D0-1DE5-8EC1-151CD87522FC}"/>
              </a:ext>
            </a:extLst>
          </p:cNvPr>
          <p:cNvCxnSpPr>
            <a:cxnSpLocks/>
          </p:cNvCxnSpPr>
          <p:nvPr/>
        </p:nvCxnSpPr>
        <p:spPr>
          <a:xfrm>
            <a:off x="7643533" y="2455457"/>
            <a:ext cx="576000" cy="360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49FA64E3-8F91-0542-3673-8540AA566C79}"/>
              </a:ext>
            </a:extLst>
          </p:cNvPr>
          <p:cNvCxnSpPr>
            <a:cxnSpLocks/>
          </p:cNvCxnSpPr>
          <p:nvPr/>
        </p:nvCxnSpPr>
        <p:spPr>
          <a:xfrm>
            <a:off x="9011533" y="2085616"/>
            <a:ext cx="578205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E07B851D-A8EF-73FC-66A6-1D974A266019}"/>
              </a:ext>
            </a:extLst>
          </p:cNvPr>
          <p:cNvCxnSpPr>
            <a:cxnSpLocks/>
          </p:cNvCxnSpPr>
          <p:nvPr/>
        </p:nvCxnSpPr>
        <p:spPr>
          <a:xfrm flipV="1">
            <a:off x="9012726" y="2575686"/>
            <a:ext cx="576000" cy="25200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橢圓 93">
            <a:extLst>
              <a:ext uri="{FF2B5EF4-FFF2-40B4-BE49-F238E27FC236}">
                <a16:creationId xmlns:a16="http://schemas.microsoft.com/office/drawing/2014/main" id="{F67B2DC9-B910-26A3-B120-509BA2EA0D75}"/>
              </a:ext>
            </a:extLst>
          </p:cNvPr>
          <p:cNvSpPr/>
          <p:nvPr/>
        </p:nvSpPr>
        <p:spPr>
          <a:xfrm>
            <a:off x="9660488" y="2258691"/>
            <a:ext cx="359596" cy="3595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55AD3C1D-3648-4576-9A7B-78BD50D2FA06}"/>
                  </a:ext>
                </a:extLst>
              </p:cNvPr>
              <p:cNvSpPr txBox="1"/>
              <p:nvPr/>
            </p:nvSpPr>
            <p:spPr>
              <a:xfrm>
                <a:off x="9756222" y="2297699"/>
                <a:ext cx="1362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en-US" altLang="zh-TW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55AD3C1D-3648-4576-9A7B-78BD50D2F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222" y="2297699"/>
                <a:ext cx="136255" cy="276999"/>
              </a:xfrm>
              <a:prstGeom prst="rect">
                <a:avLst/>
              </a:prstGeom>
              <a:blipFill>
                <a:blip r:embed="rId10"/>
                <a:stretch>
                  <a:fillRect l="-50000" r="-66667"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線箭頭接點 100">
            <a:extLst>
              <a:ext uri="{FF2B5EF4-FFF2-40B4-BE49-F238E27FC236}">
                <a16:creationId xmlns:a16="http://schemas.microsoft.com/office/drawing/2014/main" id="{E220903B-0762-C42D-CB27-FB1850031748}"/>
              </a:ext>
            </a:extLst>
          </p:cNvPr>
          <p:cNvCxnSpPr>
            <a:cxnSpLocks/>
          </p:cNvCxnSpPr>
          <p:nvPr/>
        </p:nvCxnSpPr>
        <p:spPr>
          <a:xfrm>
            <a:off x="10020084" y="2438489"/>
            <a:ext cx="360000" cy="0"/>
          </a:xfrm>
          <a:prstGeom prst="straightConnector1">
            <a:avLst/>
          </a:prstGeom>
          <a:ln w="127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F38FF37A-5B1D-0B3C-9B7D-1065EB85A21A}"/>
              </a:ext>
            </a:extLst>
          </p:cNvPr>
          <p:cNvGrpSpPr/>
          <p:nvPr/>
        </p:nvGrpSpPr>
        <p:grpSpPr>
          <a:xfrm>
            <a:off x="10471028" y="2045115"/>
            <a:ext cx="720000" cy="495528"/>
            <a:chOff x="5319042" y="1354833"/>
            <a:chExt cx="720000" cy="495528"/>
          </a:xfrm>
          <a:solidFill>
            <a:srgbClr val="B7B5E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240C8613-9B50-9BBF-6879-450D3278CB76}"/>
                    </a:ext>
                  </a:extLst>
                </p:cNvPr>
                <p:cNvSpPr txBox="1"/>
                <p:nvPr/>
              </p:nvSpPr>
              <p:spPr>
                <a:xfrm>
                  <a:off x="5325917" y="1354833"/>
                  <a:ext cx="343427" cy="2992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</m:oMath>
                    </m:oMathPara>
                  </a14:m>
                  <a:endParaRPr kumimoji="1" lang="en-US" altLang="zh-TW" b="0" dirty="0"/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240C8613-9B50-9BBF-6879-450D3278C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917" y="1354833"/>
                  <a:ext cx="343427" cy="299249"/>
                </a:xfrm>
                <a:prstGeom prst="rect">
                  <a:avLst/>
                </a:prstGeom>
                <a:blipFill>
                  <a:blip r:embed="rId11"/>
                  <a:stretch>
                    <a:fillRect l="-17857" r="-78571" b="-2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BBBB2B48-3A78-F877-EF26-33F72991BD43}"/>
                </a:ext>
              </a:extLst>
            </p:cNvPr>
            <p:cNvGrpSpPr/>
            <p:nvPr/>
          </p:nvGrpSpPr>
          <p:grpSpPr>
            <a:xfrm>
              <a:off x="5319042" y="1670567"/>
              <a:ext cx="720000" cy="179794"/>
              <a:chOff x="5319042" y="1670567"/>
              <a:chExt cx="720000" cy="179794"/>
            </a:xfrm>
            <a:grpFill/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54076A6A-8AB0-7BC0-7870-075A3A2533DD}"/>
                  </a:ext>
                </a:extLst>
              </p:cNvPr>
              <p:cNvSpPr/>
              <p:nvPr/>
            </p:nvSpPr>
            <p:spPr>
              <a:xfrm>
                <a:off x="5319042" y="1670567"/>
                <a:ext cx="720000" cy="179794"/>
              </a:xfrm>
              <a:prstGeom prst="rect">
                <a:avLst/>
              </a:prstGeom>
              <a:solidFill>
                <a:srgbClr val="D7DCF8"/>
              </a:solidFill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07" name="直線接點 106">
                <a:extLst>
                  <a:ext uri="{FF2B5EF4-FFF2-40B4-BE49-F238E27FC236}">
                    <a16:creationId xmlns:a16="http://schemas.microsoft.com/office/drawing/2014/main" id="{3C2992F3-4B15-07D5-1470-D41C6A2713F6}"/>
                  </a:ext>
                </a:extLst>
              </p:cNvPr>
              <p:cNvCxnSpPr>
                <a:cxnSpLocks/>
                <a:stCxn id="106" idx="0"/>
                <a:endCxn id="106" idx="2"/>
              </p:cNvCxnSpPr>
              <p:nvPr/>
            </p:nvCxnSpPr>
            <p:spPr>
              <a:xfrm>
                <a:off x="5679042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107">
                <a:extLst>
                  <a:ext uri="{FF2B5EF4-FFF2-40B4-BE49-F238E27FC236}">
                    <a16:creationId xmlns:a16="http://schemas.microsoft.com/office/drawing/2014/main" id="{CBD8852B-8BF1-8B1A-CBBA-D4711FCBD5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795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108">
                <a:extLst>
                  <a:ext uri="{FF2B5EF4-FFF2-40B4-BE49-F238E27FC236}">
                    <a16:creationId xmlns:a16="http://schemas.microsoft.com/office/drawing/2014/main" id="{165BC9E5-9460-BCBA-61C4-522DF21163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9349" y="1670567"/>
                <a:ext cx="0" cy="179794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1565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163</Words>
  <Application>Microsoft Macintosh PowerPoint</Application>
  <PresentationFormat>寬螢幕</PresentationFormat>
  <Paragraphs>81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Mona Sans VF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珮芝 徐</dc:creator>
  <cp:lastModifiedBy>珮芝 徐</cp:lastModifiedBy>
  <cp:revision>24</cp:revision>
  <dcterms:created xsi:type="dcterms:W3CDTF">2026-05-18T20:33:34Z</dcterms:created>
  <dcterms:modified xsi:type="dcterms:W3CDTF">2026-06-14T19:35:43Z</dcterms:modified>
</cp:coreProperties>
</file>